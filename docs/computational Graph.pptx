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B80F4B-AED3-4283-BD40-82147A772F15}">
  <a:tblStyle styleId="{00B80F4B-AED3-4283-BD40-82147A772F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f2c7c27d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f2c7c27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69fc87a8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69fc87a8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69fc87a8a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69fc87a8a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9fc87a8a2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9fc87a8a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69fc87a8a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69fc87a8a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84a2715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884a2715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84a2715b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84a2715b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69fc87a8a2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69fc87a8a2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50e681142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50e681142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50e681142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50e681142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884a2715b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884a2715b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69fc87a8a2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269fc87a8a2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fbdb4ba2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fbdb4ba2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fbdb4ba259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fbdb4ba25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fd5d467e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fd5d467e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53f7e30dd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53f7e30dd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53f7e30d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53f7e30d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53f7e30dd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53f7e30d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709c50a56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709c50a56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53f7e30dd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53f7e30dd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53f7e30dd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53f7e30dd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884a2715b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884a2715b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709c50a566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709c50a566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53f7e30dd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53f7e30dd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53f7e30dd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53f7e30dd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olab.research.google.com/drive/13SnAjuIAD3EtANQd5O7Hw86PYBgcMO3h#scrollTo=zoxSgmfc7KyB" TargetMode="External"/><Relationship Id="rId4" Type="http://schemas.openxmlformats.org/officeDocument/2006/relationships/hyperlink" Target="https://koki0702.github.io/dezero-book/en/index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olab.research.google.com/drive/1siLVMOQSxBDCBj5Xf663aXnCdGqlzW4t?usp=sharing#scrollTo=zjo71k2XDxkh" TargetMode="External"/><Relationship Id="rId4" Type="http://schemas.openxmlformats.org/officeDocument/2006/relationships/hyperlink" Target="https://koki0702.github.io/dezero-book/en/index.html" TargetMode="External"/><Relationship Id="rId5" Type="http://schemas.openxmlformats.org/officeDocument/2006/relationships/hyperlink" Target="https://colab.research.google.com/drive/1y7zrt6_3DXrk3nEnv1CCMGSirrXyN1Cy?usp=sharin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Computational Graph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1172200" y="966175"/>
            <a:ext cx="184800" cy="15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1172200" y="1118575"/>
            <a:ext cx="184800" cy="15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1172200" y="1270975"/>
            <a:ext cx="184800" cy="15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1172200" y="1427275"/>
            <a:ext cx="184800" cy="15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1889750" y="966175"/>
            <a:ext cx="781500" cy="61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157500" y="1118575"/>
            <a:ext cx="184800" cy="15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157500" y="1270975"/>
            <a:ext cx="184800" cy="15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14"/>
          <p:cNvCxnSpPr>
            <a:stCxn id="60" idx="3"/>
          </p:cNvCxnSpPr>
          <p:nvPr/>
        </p:nvCxnSpPr>
        <p:spPr>
          <a:xfrm>
            <a:off x="1357000" y="1044325"/>
            <a:ext cx="568200" cy="2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4"/>
          <p:cNvCxnSpPr>
            <a:endCxn id="64" idx="1"/>
          </p:cNvCxnSpPr>
          <p:nvPr/>
        </p:nvCxnSpPr>
        <p:spPr>
          <a:xfrm>
            <a:off x="1356950" y="1196575"/>
            <a:ext cx="532800" cy="7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>
            <a:endCxn id="64" idx="1"/>
          </p:cNvCxnSpPr>
          <p:nvPr/>
        </p:nvCxnSpPr>
        <p:spPr>
          <a:xfrm flipH="1" rot="10800000">
            <a:off x="1356950" y="1274875"/>
            <a:ext cx="532800" cy="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>
            <a:endCxn id="64" idx="1"/>
          </p:cNvCxnSpPr>
          <p:nvPr/>
        </p:nvCxnSpPr>
        <p:spPr>
          <a:xfrm flipH="1" rot="10800000">
            <a:off x="1356950" y="1274875"/>
            <a:ext cx="532800" cy="2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>
            <a:endCxn id="65" idx="1"/>
          </p:cNvCxnSpPr>
          <p:nvPr/>
        </p:nvCxnSpPr>
        <p:spPr>
          <a:xfrm flipH="1" rot="10800000">
            <a:off x="2671200" y="1196725"/>
            <a:ext cx="486300" cy="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>
            <a:endCxn id="66" idx="1"/>
          </p:cNvCxnSpPr>
          <p:nvPr/>
        </p:nvCxnSpPr>
        <p:spPr>
          <a:xfrm>
            <a:off x="2671200" y="1274725"/>
            <a:ext cx="486300" cy="7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3" name="Google Shape;73;p14"/>
          <p:cNvGrpSpPr/>
          <p:nvPr/>
        </p:nvGrpSpPr>
        <p:grpSpPr>
          <a:xfrm>
            <a:off x="1584009" y="4210848"/>
            <a:ext cx="1573485" cy="485303"/>
            <a:chOff x="1097634" y="2571923"/>
            <a:chExt cx="1573485" cy="485303"/>
          </a:xfrm>
        </p:grpSpPr>
        <p:sp>
          <p:nvSpPr>
            <p:cNvPr id="74" name="Google Shape;74;p14"/>
            <p:cNvSpPr/>
            <p:nvPr/>
          </p:nvSpPr>
          <p:spPr>
            <a:xfrm>
              <a:off x="1097634" y="2571923"/>
              <a:ext cx="99600" cy="99600"/>
            </a:xfrm>
            <a:prstGeom prst="ellipse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1097634" y="2764775"/>
              <a:ext cx="99600" cy="99600"/>
            </a:xfrm>
            <a:prstGeom prst="ellipse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1097634" y="2957626"/>
              <a:ext cx="99600" cy="99600"/>
            </a:xfrm>
            <a:prstGeom prst="ellipse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1351585" y="2864465"/>
              <a:ext cx="99600" cy="99600"/>
            </a:xfrm>
            <a:prstGeom prst="rect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cxnSp>
          <p:nvCxnSpPr>
            <p:cNvPr id="78" name="Google Shape;78;p14"/>
            <p:cNvCxnSpPr>
              <a:stCxn id="75" idx="6"/>
              <a:endCxn id="77" idx="1"/>
            </p:cNvCxnSpPr>
            <p:nvPr/>
          </p:nvCxnSpPr>
          <p:spPr>
            <a:xfrm>
              <a:off x="1197234" y="2814575"/>
              <a:ext cx="154500" cy="996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14"/>
            <p:cNvCxnSpPr>
              <a:stCxn id="76" idx="5"/>
              <a:endCxn id="77" idx="1"/>
            </p:cNvCxnSpPr>
            <p:nvPr/>
          </p:nvCxnSpPr>
          <p:spPr>
            <a:xfrm flipH="1" rot="10800000">
              <a:off x="1182647" y="2914240"/>
              <a:ext cx="168900" cy="1284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14"/>
            <p:cNvCxnSpPr>
              <a:stCxn id="77" idx="3"/>
              <a:endCxn id="81" idx="2"/>
            </p:cNvCxnSpPr>
            <p:nvPr/>
          </p:nvCxnSpPr>
          <p:spPr>
            <a:xfrm flipH="1" rot="10800000">
              <a:off x="1451185" y="2857265"/>
              <a:ext cx="130800" cy="570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" name="Google Shape;81;p14"/>
            <p:cNvSpPr/>
            <p:nvPr/>
          </p:nvSpPr>
          <p:spPr>
            <a:xfrm>
              <a:off x="1582032" y="2807559"/>
              <a:ext cx="99600" cy="99600"/>
            </a:xfrm>
            <a:prstGeom prst="ellipse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cxnSp>
          <p:nvCxnSpPr>
            <p:cNvPr id="82" name="Google Shape;82;p14"/>
            <p:cNvCxnSpPr>
              <a:stCxn id="74" idx="6"/>
              <a:endCxn id="83" idx="1"/>
            </p:cNvCxnSpPr>
            <p:nvPr/>
          </p:nvCxnSpPr>
          <p:spPr>
            <a:xfrm>
              <a:off x="1197234" y="2621723"/>
              <a:ext cx="603000" cy="1179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3" name="Google Shape;83;p14"/>
            <p:cNvSpPr/>
            <p:nvPr/>
          </p:nvSpPr>
          <p:spPr>
            <a:xfrm>
              <a:off x="1800242" y="2689760"/>
              <a:ext cx="99600" cy="99600"/>
            </a:xfrm>
            <a:prstGeom prst="rect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cxnSp>
          <p:nvCxnSpPr>
            <p:cNvPr id="84" name="Google Shape;84;p14"/>
            <p:cNvCxnSpPr>
              <a:stCxn id="81" idx="6"/>
              <a:endCxn id="83" idx="1"/>
            </p:cNvCxnSpPr>
            <p:nvPr/>
          </p:nvCxnSpPr>
          <p:spPr>
            <a:xfrm flipH="1" rot="10800000">
              <a:off x="1681632" y="2739459"/>
              <a:ext cx="118500" cy="1179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" name="Google Shape;85;p14"/>
            <p:cNvSpPr/>
            <p:nvPr/>
          </p:nvSpPr>
          <p:spPr>
            <a:xfrm>
              <a:off x="2008113" y="2689760"/>
              <a:ext cx="99600" cy="99600"/>
            </a:xfrm>
            <a:prstGeom prst="ellipse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cxnSp>
          <p:nvCxnSpPr>
            <p:cNvPr id="86" name="Google Shape;86;p14"/>
            <p:cNvCxnSpPr>
              <a:stCxn id="83" idx="3"/>
              <a:endCxn id="85" idx="2"/>
            </p:cNvCxnSpPr>
            <p:nvPr/>
          </p:nvCxnSpPr>
          <p:spPr>
            <a:xfrm>
              <a:off x="1899842" y="2739560"/>
              <a:ext cx="108300" cy="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7" name="Google Shape;87;p14"/>
            <p:cNvSpPr/>
            <p:nvPr/>
          </p:nvSpPr>
          <p:spPr>
            <a:xfrm>
              <a:off x="2008113" y="2914329"/>
              <a:ext cx="99600" cy="99600"/>
            </a:xfrm>
            <a:prstGeom prst="ellipse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2284640" y="2781674"/>
              <a:ext cx="99600" cy="99600"/>
            </a:xfrm>
            <a:prstGeom prst="rect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cxnSp>
          <p:nvCxnSpPr>
            <p:cNvPr id="89" name="Google Shape;89;p14"/>
            <p:cNvCxnSpPr>
              <a:stCxn id="85" idx="6"/>
              <a:endCxn id="88" idx="1"/>
            </p:cNvCxnSpPr>
            <p:nvPr/>
          </p:nvCxnSpPr>
          <p:spPr>
            <a:xfrm>
              <a:off x="2107713" y="2739560"/>
              <a:ext cx="177000" cy="918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14"/>
            <p:cNvCxnSpPr>
              <a:stCxn id="87" idx="6"/>
              <a:endCxn id="88" idx="1"/>
            </p:cNvCxnSpPr>
            <p:nvPr/>
          </p:nvCxnSpPr>
          <p:spPr>
            <a:xfrm flipH="1" rot="10800000">
              <a:off x="2107713" y="2831529"/>
              <a:ext cx="177000" cy="1326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" name="Google Shape;91;p14"/>
            <p:cNvSpPr/>
            <p:nvPr/>
          </p:nvSpPr>
          <p:spPr>
            <a:xfrm>
              <a:off x="2571518" y="2789450"/>
              <a:ext cx="99600" cy="99600"/>
            </a:xfrm>
            <a:prstGeom prst="ellipse">
              <a:avLst/>
            </a:prstGeom>
            <a:solidFill>
              <a:schemeClr val="lt2"/>
            </a:solidFill>
            <a:ln cap="flat" cmpd="sng" w="24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3150" lIns="23150" spcFirstLastPara="1" rIns="23150" wrap="square" tIns="23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54"/>
            </a:p>
          </p:txBody>
        </p:sp>
        <p:cxnSp>
          <p:nvCxnSpPr>
            <p:cNvPr id="92" name="Google Shape;92;p14"/>
            <p:cNvCxnSpPr>
              <a:stCxn id="88" idx="3"/>
              <a:endCxn id="91" idx="2"/>
            </p:cNvCxnSpPr>
            <p:nvPr/>
          </p:nvCxnSpPr>
          <p:spPr>
            <a:xfrm>
              <a:off x="2384240" y="2831474"/>
              <a:ext cx="187200" cy="7800"/>
            </a:xfrm>
            <a:prstGeom prst="straightConnector1">
              <a:avLst/>
            </a:prstGeom>
            <a:noFill/>
            <a:ln cap="flat" cmpd="sng" w="2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4"/>
            <p:cNvCxnSpPr/>
            <p:nvPr/>
          </p:nvCxnSpPr>
          <p:spPr>
            <a:xfrm>
              <a:off x="1711170" y="2855388"/>
              <a:ext cx="9000" cy="0"/>
            </a:xfrm>
            <a:prstGeom prst="straightConnector1">
              <a:avLst/>
            </a:prstGeom>
            <a:noFill/>
            <a:ln cap="flat" cmpd="sng" w="3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4" name="Google Shape;94;p14"/>
          <p:cNvCxnSpPr/>
          <p:nvPr/>
        </p:nvCxnSpPr>
        <p:spPr>
          <a:xfrm>
            <a:off x="2280500" y="1583575"/>
            <a:ext cx="0" cy="73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4"/>
          <p:cNvSpPr/>
          <p:nvPr/>
        </p:nvSpPr>
        <p:spPr>
          <a:xfrm>
            <a:off x="873825" y="2315875"/>
            <a:ext cx="2742300" cy="136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 = conv(x)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 = relu(x)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 = W2*x+b2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 = relu(x)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….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4"/>
          <p:cNvCxnSpPr/>
          <p:nvPr/>
        </p:nvCxnSpPr>
        <p:spPr>
          <a:xfrm>
            <a:off x="2301775" y="3672925"/>
            <a:ext cx="0" cy="52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9125" y="520288"/>
            <a:ext cx="1381125" cy="828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4"/>
          <p:cNvCxnSpPr/>
          <p:nvPr/>
        </p:nvCxnSpPr>
        <p:spPr>
          <a:xfrm>
            <a:off x="3317700" y="4504125"/>
            <a:ext cx="119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4"/>
          <p:cNvSpPr/>
          <p:nvPr/>
        </p:nvSpPr>
        <p:spPr>
          <a:xfrm>
            <a:off x="4738550" y="3850525"/>
            <a:ext cx="2742300" cy="112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basic functional blocks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matrix multiplication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action 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transformation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…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719800" y="2315875"/>
            <a:ext cx="2742300" cy="112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hardware-dependent blocks</a:t>
            </a:r>
            <a:endParaRPr/>
          </a:p>
        </p:txBody>
      </p:sp>
      <p:cxnSp>
        <p:nvCxnSpPr>
          <p:cNvPr id="101" name="Google Shape;101;p14"/>
          <p:cNvCxnSpPr>
            <a:stCxn id="99" idx="0"/>
            <a:endCxn id="100" idx="2"/>
          </p:cNvCxnSpPr>
          <p:nvPr/>
        </p:nvCxnSpPr>
        <p:spPr>
          <a:xfrm rot="10800000">
            <a:off x="6091100" y="3445525"/>
            <a:ext cx="18600" cy="40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4"/>
          <p:cNvCxnSpPr/>
          <p:nvPr/>
        </p:nvCxnSpPr>
        <p:spPr>
          <a:xfrm rot="10800000">
            <a:off x="6090950" y="1498975"/>
            <a:ext cx="0" cy="81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" name="Google Shape;103;p14"/>
          <p:cNvSpPr txBox="1"/>
          <p:nvPr/>
        </p:nvSpPr>
        <p:spPr>
          <a:xfrm>
            <a:off x="6955100" y="738850"/>
            <a:ext cx="6819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NPU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367625" y="791575"/>
            <a:ext cx="10515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T</a:t>
            </a:r>
            <a:r>
              <a:rPr lang="zh-TW" sz="1800">
                <a:solidFill>
                  <a:schemeClr val="dk2"/>
                </a:solidFill>
              </a:rPr>
              <a:t>PU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4774075" y="1207725"/>
            <a:ext cx="1314300" cy="703325"/>
          </a:xfrm>
          <a:custGeom>
            <a:rect b="b" l="l" r="r" t="t"/>
            <a:pathLst>
              <a:path extrusionOk="0" h="28133" w="52572">
                <a:moveTo>
                  <a:pt x="52572" y="28133"/>
                </a:moveTo>
                <a:lnTo>
                  <a:pt x="0" y="28133"/>
                </a:ln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" name="Google Shape;106;p14"/>
          <p:cNvSpPr/>
          <p:nvPr/>
        </p:nvSpPr>
        <p:spPr>
          <a:xfrm>
            <a:off x="6102575" y="1150884"/>
            <a:ext cx="1200625" cy="760175"/>
          </a:xfrm>
          <a:custGeom>
            <a:rect b="b" l="l" r="r" t="t"/>
            <a:pathLst>
              <a:path extrusionOk="0" h="30407" w="48025">
                <a:moveTo>
                  <a:pt x="0" y="30407"/>
                </a:moveTo>
                <a:lnTo>
                  <a:pt x="17050" y="30407"/>
                </a:lnTo>
                <a:lnTo>
                  <a:pt x="48025" y="30407"/>
                </a:lnTo>
                <a:lnTo>
                  <a:pt x="48025" y="0"/>
                </a:ln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(a+b*c)*3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2" name="Google Shape;112;p15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113" name="Google Shape;113;p15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117" name="Google Shape;117;p15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118" name="Google Shape;118;p15"/>
            <p:cNvCxnSpPr>
              <a:stCxn id="114" idx="6"/>
              <a:endCxn id="117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" name="Google Shape;119;p15"/>
            <p:cNvCxnSpPr>
              <a:stCxn id="115" idx="5"/>
              <a:endCxn id="117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0" name="Google Shape;120;p15"/>
            <p:cNvCxnSpPr>
              <a:stCxn id="117" idx="3"/>
              <a:endCxn id="121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" name="Google Shape;121;p15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123" name="Google Shape;123;p15"/>
            <p:cNvCxnSpPr>
              <a:stCxn id="113" idx="6"/>
              <a:endCxn id="124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4" name="Google Shape;124;p15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125" name="Google Shape;125;p15"/>
            <p:cNvCxnSpPr>
              <a:stCxn id="121" idx="6"/>
              <a:endCxn id="124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6" name="Google Shape;126;p15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127" name="Google Shape;127;p15"/>
            <p:cNvCxnSpPr>
              <a:stCxn id="124" idx="3"/>
              <a:endCxn id="126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8" name="Google Shape;128;p15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129" name="Google Shape;129;p15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130" name="Google Shape;130;p15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131" name="Google Shape;131;p15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132" name="Google Shape;132;p15"/>
              <p:cNvCxnSpPr>
                <a:stCxn id="126" idx="6"/>
                <a:endCxn id="131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33" name="Google Shape;133;p15"/>
              <p:cNvCxnSpPr>
                <a:stCxn id="129" idx="6"/>
                <a:endCxn id="131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4" name="Google Shape;134;p15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135" name="Google Shape;135;p15"/>
              <p:cNvCxnSpPr>
                <a:stCxn id="131" idx="3"/>
                <a:endCxn id="134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136" name="Google Shape;136;p15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137" name="Google Shape;137;p15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8" name="Google Shape;138;p15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40" name="Google Shape;140;p15"/>
          <p:cNvSpPr txBox="1"/>
          <p:nvPr/>
        </p:nvSpPr>
        <p:spPr>
          <a:xfrm>
            <a:off x="2831900" y="2928525"/>
            <a:ext cx="661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4457800" y="2330150"/>
            <a:ext cx="498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14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6706250" y="2928525"/>
            <a:ext cx="498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42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2750125" y="319600"/>
            <a:ext cx="4028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2"/>
                </a:solidFill>
              </a:rPr>
              <a:t>Forward pass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49" name="Google Shape;149;p16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150" name="Google Shape;150;p16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153" name="Google Shape;153;p16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154" name="Google Shape;154;p16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155" name="Google Shape;155;p16"/>
            <p:cNvCxnSpPr>
              <a:stCxn id="151" idx="6"/>
              <a:endCxn id="154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6" name="Google Shape;156;p16"/>
            <p:cNvCxnSpPr>
              <a:stCxn id="152" idx="5"/>
              <a:endCxn id="154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7" name="Google Shape;157;p16"/>
            <p:cNvCxnSpPr>
              <a:stCxn id="154" idx="3"/>
              <a:endCxn id="158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16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159" name="Google Shape;159;p16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160" name="Google Shape;160;p16"/>
            <p:cNvCxnSpPr>
              <a:stCxn id="150" idx="6"/>
              <a:endCxn id="161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1" name="Google Shape;161;p16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162" name="Google Shape;162;p16"/>
            <p:cNvCxnSpPr>
              <a:stCxn id="158" idx="6"/>
              <a:endCxn id="161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" name="Google Shape;163;p16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164" name="Google Shape;164;p16"/>
            <p:cNvCxnSpPr>
              <a:stCxn id="161" idx="3"/>
              <a:endCxn id="163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5" name="Google Shape;165;p16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166" name="Google Shape;166;p16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167" name="Google Shape;167;p16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168" name="Google Shape;168;p16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169" name="Google Shape;169;p16"/>
              <p:cNvCxnSpPr>
                <a:stCxn id="163" idx="6"/>
                <a:endCxn id="168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70" name="Google Shape;170;p16"/>
              <p:cNvCxnSpPr>
                <a:stCxn id="166" idx="6"/>
                <a:endCxn id="168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71" name="Google Shape;171;p16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172" name="Google Shape;172;p16"/>
              <p:cNvCxnSpPr>
                <a:stCxn id="168" idx="3"/>
                <a:endCxn id="171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173" name="Google Shape;173;p16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174" name="Google Shape;174;p16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75" name="Google Shape;175;p16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77" name="Google Shape;177;p16"/>
          <p:cNvGrpSpPr/>
          <p:nvPr/>
        </p:nvGrpSpPr>
        <p:grpSpPr>
          <a:xfrm>
            <a:off x="2831900" y="2330150"/>
            <a:ext cx="4372350" cy="873475"/>
            <a:chOff x="2831900" y="2330150"/>
            <a:chExt cx="4372350" cy="873475"/>
          </a:xfrm>
        </p:grpSpPr>
        <p:sp>
          <p:nvSpPr>
            <p:cNvPr id="178" name="Google Shape;178;p16"/>
            <p:cNvSpPr txBox="1"/>
            <p:nvPr/>
          </p:nvSpPr>
          <p:spPr>
            <a:xfrm>
              <a:off x="2831900" y="2928525"/>
              <a:ext cx="6615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79" name="Google Shape;179;p16"/>
            <p:cNvSpPr txBox="1"/>
            <p:nvPr/>
          </p:nvSpPr>
          <p:spPr>
            <a:xfrm>
              <a:off x="4457800" y="2330150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80" name="Google Shape;180;p16"/>
            <p:cNvSpPr txBox="1"/>
            <p:nvPr/>
          </p:nvSpPr>
          <p:spPr>
            <a:xfrm>
              <a:off x="6706250" y="2928525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81" name="Google Shape;181;p16"/>
          <p:cNvSpPr txBox="1"/>
          <p:nvPr/>
        </p:nvSpPr>
        <p:spPr>
          <a:xfrm>
            <a:off x="4452250" y="15757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14.001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6585850" y="31759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42.003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aid&quot;:null,&quot;id&quot;:&quot;2&quot;,&quot;backgroundColor&quot;:&quot;#FFFFFF&quot;,&quot;font&quot;:{&quot;color&quot;:&quot;#000000&quot;,&quot;family&quot;:&quot;Arial&quot;,&quot;size&quot;:12},&quot;type&quot;:&quot;$$&quot;,&quot;backgroundColorModified&quot;:false,&quot;code&quot;:&quot;$$\\frac{df}{dv}=\\frac{0.003}{0.001}=3$$&quot;,&quot;ts&quot;:1708774095861,&quot;cs&quot;:&quot;hmaFVZKmkrBFBkCn1fV2gg==&quot;,&quot;size&quot;:{&quot;width&quot;:135.83333333333334,&quot;height&quot;:39.333333333333336}}" id="183" name="Google Shape;1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438" y="1122350"/>
            <a:ext cx="1293813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2902525" y="472000"/>
            <a:ext cx="59694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2"/>
                </a:solidFill>
              </a:rPr>
              <a:t>Numerical Differentiation 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0" name="Google Shape;190;p17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191" name="Google Shape;191;p17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194" name="Google Shape;194;p17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195" name="Google Shape;195;p17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196" name="Google Shape;196;p17"/>
            <p:cNvCxnSpPr>
              <a:stCxn id="192" idx="6"/>
              <a:endCxn id="195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7" name="Google Shape;197;p17"/>
            <p:cNvCxnSpPr>
              <a:stCxn id="193" idx="5"/>
              <a:endCxn id="195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" name="Google Shape;198;p17"/>
            <p:cNvCxnSpPr>
              <a:stCxn id="195" idx="3"/>
              <a:endCxn id="199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9" name="Google Shape;199;p17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200" name="Google Shape;200;p17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201" name="Google Shape;201;p17"/>
            <p:cNvCxnSpPr>
              <a:stCxn id="191" idx="6"/>
              <a:endCxn id="202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2" name="Google Shape;202;p17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203" name="Google Shape;203;p17"/>
            <p:cNvCxnSpPr>
              <a:stCxn id="199" idx="6"/>
              <a:endCxn id="202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4" name="Google Shape;204;p17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205" name="Google Shape;205;p17"/>
            <p:cNvCxnSpPr>
              <a:stCxn id="202" idx="3"/>
              <a:endCxn id="204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06" name="Google Shape;206;p17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207" name="Google Shape;207;p17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208" name="Google Shape;208;p17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209" name="Google Shape;209;p17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210" name="Google Shape;210;p17"/>
              <p:cNvCxnSpPr>
                <a:stCxn id="204" idx="6"/>
                <a:endCxn id="209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1" name="Google Shape;211;p17"/>
              <p:cNvCxnSpPr>
                <a:stCxn id="207" idx="6"/>
                <a:endCxn id="209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12" name="Google Shape;212;p17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213" name="Google Shape;213;p17"/>
              <p:cNvCxnSpPr>
                <a:stCxn id="209" idx="3"/>
                <a:endCxn id="212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214" name="Google Shape;214;p17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215" name="Google Shape;215;p17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218" name="Google Shape;218;p17"/>
          <p:cNvGrpSpPr/>
          <p:nvPr/>
        </p:nvGrpSpPr>
        <p:grpSpPr>
          <a:xfrm>
            <a:off x="2831900" y="2330150"/>
            <a:ext cx="4372350" cy="873475"/>
            <a:chOff x="2831900" y="2330150"/>
            <a:chExt cx="4372350" cy="873475"/>
          </a:xfrm>
        </p:grpSpPr>
        <p:sp>
          <p:nvSpPr>
            <p:cNvPr id="219" name="Google Shape;219;p17"/>
            <p:cNvSpPr txBox="1"/>
            <p:nvPr/>
          </p:nvSpPr>
          <p:spPr>
            <a:xfrm>
              <a:off x="2831900" y="2928525"/>
              <a:ext cx="6615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4457800" y="2330150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6706250" y="2928525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22" name="Google Shape;222;p17"/>
          <p:cNvSpPr txBox="1"/>
          <p:nvPr/>
        </p:nvSpPr>
        <p:spPr>
          <a:xfrm>
            <a:off x="650350" y="12189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2.001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6585850" y="31759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42.003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type&quot;:&quot;$$&quot;,&quot;aid&quot;:null,&quot;id&quot;:&quot;2&quot;,&quot;backgroundColorModified&quot;:false,&quot;backgroundColor&quot;:&quot;#FFFFFF&quot;,&quot;font&quot;:{&quot;family&quot;:&quot;Arial&quot;,&quot;color&quot;:&quot;#000000&quot;,&quot;size&quot;:12},&quot;code&quot;:&quot;$$\\frac{df}{da}=\\frac{0.003}{0.001}=3$$&quot;,&quot;ts&quot;:1752539828830,&quot;cs&quot;:&quot;7HIQKPwuM1l0/5j1Hj7KlQ==&quot;,&quot;size&quot;:{&quot;width&quot;:135.83333333333334,&quot;height&quot;:39.333333333333336}}" id="224" name="Google Shape;2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788" y="844325"/>
            <a:ext cx="1293813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7"/>
          <p:cNvSpPr txBox="1"/>
          <p:nvPr/>
        </p:nvSpPr>
        <p:spPr>
          <a:xfrm>
            <a:off x="4236725" y="156832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14</a:t>
            </a:r>
            <a:r>
              <a:rPr lang="zh-TW" sz="1300">
                <a:solidFill>
                  <a:srgbClr val="FF0000"/>
                </a:solidFill>
              </a:rPr>
              <a:t>.001</a:t>
            </a:r>
            <a:endParaRPr sz="13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31" name="Google Shape;231;p18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232" name="Google Shape;232;p18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235" name="Google Shape;235;p18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236" name="Google Shape;236;p18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237" name="Google Shape;237;p18"/>
            <p:cNvCxnSpPr>
              <a:stCxn id="233" idx="6"/>
              <a:endCxn id="236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8" name="Google Shape;238;p18"/>
            <p:cNvCxnSpPr>
              <a:stCxn id="234" idx="5"/>
              <a:endCxn id="236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9" name="Google Shape;239;p18"/>
            <p:cNvCxnSpPr>
              <a:stCxn id="236" idx="3"/>
              <a:endCxn id="240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0" name="Google Shape;240;p18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241" name="Google Shape;241;p18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242" name="Google Shape;242;p18"/>
            <p:cNvCxnSpPr>
              <a:stCxn id="232" idx="6"/>
              <a:endCxn id="243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3" name="Google Shape;243;p18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244" name="Google Shape;244;p18"/>
            <p:cNvCxnSpPr>
              <a:stCxn id="240" idx="6"/>
              <a:endCxn id="243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45" name="Google Shape;245;p18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246" name="Google Shape;246;p18"/>
            <p:cNvCxnSpPr>
              <a:stCxn id="243" idx="3"/>
              <a:endCxn id="245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7" name="Google Shape;247;p18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248" name="Google Shape;248;p18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249" name="Google Shape;249;p18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250" name="Google Shape;250;p18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251" name="Google Shape;251;p18"/>
              <p:cNvCxnSpPr>
                <a:stCxn id="245" idx="6"/>
                <a:endCxn id="250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52" name="Google Shape;252;p18"/>
              <p:cNvCxnSpPr>
                <a:stCxn id="248" idx="6"/>
                <a:endCxn id="250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53" name="Google Shape;253;p18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254" name="Google Shape;254;p18"/>
              <p:cNvCxnSpPr>
                <a:stCxn id="250" idx="3"/>
                <a:endCxn id="253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255" name="Google Shape;255;p18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256" name="Google Shape;256;p18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8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259" name="Google Shape;259;p18"/>
          <p:cNvGrpSpPr/>
          <p:nvPr/>
        </p:nvGrpSpPr>
        <p:grpSpPr>
          <a:xfrm>
            <a:off x="2831900" y="2330150"/>
            <a:ext cx="4372350" cy="873475"/>
            <a:chOff x="2831900" y="2330150"/>
            <a:chExt cx="4372350" cy="873475"/>
          </a:xfrm>
        </p:grpSpPr>
        <p:sp>
          <p:nvSpPr>
            <p:cNvPr id="260" name="Google Shape;260;p18"/>
            <p:cNvSpPr txBox="1"/>
            <p:nvPr/>
          </p:nvSpPr>
          <p:spPr>
            <a:xfrm>
              <a:off x="2831900" y="2928525"/>
              <a:ext cx="6615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61" name="Google Shape;261;p18"/>
            <p:cNvSpPr txBox="1"/>
            <p:nvPr/>
          </p:nvSpPr>
          <p:spPr>
            <a:xfrm>
              <a:off x="4457800" y="2330150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62" name="Google Shape;262;p18"/>
            <p:cNvSpPr txBox="1"/>
            <p:nvPr/>
          </p:nvSpPr>
          <p:spPr>
            <a:xfrm>
              <a:off x="6706250" y="2928525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63" name="Google Shape;263;p18"/>
          <p:cNvSpPr txBox="1"/>
          <p:nvPr/>
        </p:nvSpPr>
        <p:spPr>
          <a:xfrm>
            <a:off x="13361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</a:t>
            </a:r>
            <a:r>
              <a:rPr lang="zh-TW" sz="1300">
                <a:solidFill>
                  <a:srgbClr val="FF0000"/>
                </a:solidFill>
              </a:rPr>
              <a:t>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6585850" y="31759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42.012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code&quot;:&quot;$$\\frac{df}{db}=\\frac{0.012}{0.001}=12$$&quot;,&quot;font&quot;:{&quot;color&quot;:&quot;#000000&quot;,&quot;size&quot;:12,&quot;family&quot;:&quot;Arial&quot;},&quot;aid&quot;:null,&quot;backgroundColor&quot;:&quot;#FFFFFF&quot;,&quot;type&quot;:&quot;$$&quot;,&quot;id&quot;:&quot;2&quot;,&quot;backgroundColorModified&quot;:false,&quot;ts&quot;:1708774445241,&quot;cs&quot;:&quot;YO3zNalbRthWCykg1S+x9w==&quot;,&quot;size&quot;:{&quot;width&quot;:145,&quot;height&quot;:39.333333333333336}}" id="265" name="Google Shape;2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488" y="1324117"/>
            <a:ext cx="138112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 txBox="1"/>
          <p:nvPr/>
        </p:nvSpPr>
        <p:spPr>
          <a:xfrm>
            <a:off x="4236725" y="156832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14.004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26315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12</a:t>
            </a:r>
            <a:r>
              <a:rPr lang="zh-TW" sz="1300">
                <a:solidFill>
                  <a:srgbClr val="FF0000"/>
                </a:solidFill>
              </a:rPr>
              <a:t>.004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backgroundColor&quot;:&quot;#FFFFFF&quot;,&quot;aid&quot;:null,&quot;type&quot;:&quot;$$&quot;,&quot;code&quot;:&quot;$$\\frac{df}{dv}=\\frac{df}{df}\\cdot\\frac{df}{dv}$$&quot;,&quot;backgroundColorModified&quot;:false,&quot;font&quot;:{&quot;family&quot;:&quot;Arial&quot;,&quot;size&quot;:13,&quot;color&quot;:&quot;#000000&quot;},&quot;id&quot;:&quot;3&quot;,&quot;ts&quot;:1708774577250,&quot;cs&quot;:&quot;1iLx91uDaT4wMFD8E5VtRg==&quot;,&quot;size&quot;:{&quot;width&quot;:129.33333333333334,&quot;height&quot;:46.333333333333336}}" id="268" name="Google Shape;26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1600"/>
            <a:ext cx="1231900" cy="4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frac{df}{da}=\\frac{df}{dv}\\cdot\\frac{dv}{da}=\\frac{df}{dv}\\cdot\\frac{d\\left(a+u\\right)}{da}$$&quot;,&quot;backgroundColorModified&quot;:false,&quot;backgroundColor&quot;:&quot;#FFFFFF&quot;,&quot;id&quot;:&quot;4&quot;,&quot;font&quot;:{&quot;color&quot;:&quot;#000000&quot;,&quot;size&quot;:13,&quot;family&quot;:&quot;Arial&quot;},&quot;aid&quot;:null,&quot;ts&quot;:1708774719817,&quot;cs&quot;:&quot;tVgaRXiyRYSzoRr/OKJXUA==&quot;,&quot;size&quot;:{&quot;width&quot;:284,&quot;height&quot;:44}}" id="269" name="Google Shape;26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425" y="860825"/>
            <a:ext cx="2705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8"/>
          <p:cNvSpPr/>
          <p:nvPr/>
        </p:nvSpPr>
        <p:spPr>
          <a:xfrm>
            <a:off x="2118350" y="817600"/>
            <a:ext cx="966300" cy="4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Chain rule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1015900" y="1207725"/>
            <a:ext cx="41205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50">
                <a:solidFill>
                  <a:srgbClr val="001D35"/>
                </a:solidFill>
                <a:highlight>
                  <a:srgbClr val="FFFFFF"/>
                </a:highlight>
              </a:rPr>
              <a:t>y = f(u)               u = g(x)          y=f(g(x))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aid&quot;:null,&quot;backgroundColor&quot;:&quot;#FFFFFF&quot;,&quot;id&quot;:&quot;10&quot;,&quot;font&quot;:{&quot;size&quot;:12,&quot;color&quot;:&quot;#000000&quot;,&quot;family&quot;:&quot;Arial&quot;},&quot;type&quot;:&quot;$$&quot;,&quot;code&quot;:&quot;$$\\frac{dy}{dx}=\\frac{dy}{du}\\frac{du}{dx}$$&quot;,&quot;backgroundColorModified&quot;:false,&quot;ts&quot;:1757054928401,&quot;cs&quot;:&quot;vPppgqWct7eiplPRMA3+2Q==&quot;,&quot;size&quot;:{&quot;width&quot;:107,&quot;height&quot;:38.833333333333336}}" id="277" name="Google Shape;27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025" y="2047304"/>
            <a:ext cx="1019175" cy="3698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19"/>
          <p:cNvGrpSpPr/>
          <p:nvPr/>
        </p:nvGrpSpPr>
        <p:grpSpPr>
          <a:xfrm>
            <a:off x="1761850" y="3076150"/>
            <a:ext cx="5931350" cy="454625"/>
            <a:chOff x="1761850" y="3076150"/>
            <a:chExt cx="5931350" cy="454625"/>
          </a:xfrm>
        </p:grpSpPr>
        <p:sp>
          <p:nvSpPr>
            <p:cNvPr id="279" name="Google Shape;279;p19"/>
            <p:cNvSpPr/>
            <p:nvPr/>
          </p:nvSpPr>
          <p:spPr>
            <a:xfrm>
              <a:off x="1761850" y="3076150"/>
              <a:ext cx="440400" cy="4404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x</a:t>
              </a:r>
              <a:endParaRPr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2877225" y="3090375"/>
              <a:ext cx="476100" cy="440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</a:t>
              </a:r>
              <a:endParaRPr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4173425" y="3076150"/>
              <a:ext cx="440400" cy="4404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5580050" y="3076150"/>
              <a:ext cx="476100" cy="4404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</a:t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7252800" y="3090375"/>
              <a:ext cx="440400" cy="4404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y</a:t>
              </a:r>
              <a:endParaRPr/>
            </a:p>
          </p:txBody>
        </p:sp>
        <p:cxnSp>
          <p:nvCxnSpPr>
            <p:cNvPr id="284" name="Google Shape;284;p19"/>
            <p:cNvCxnSpPr>
              <a:stCxn id="279" idx="6"/>
              <a:endCxn id="280" idx="1"/>
            </p:cNvCxnSpPr>
            <p:nvPr/>
          </p:nvCxnSpPr>
          <p:spPr>
            <a:xfrm>
              <a:off x="2202250" y="3296350"/>
              <a:ext cx="675000" cy="1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5" name="Google Shape;285;p19"/>
            <p:cNvCxnSpPr>
              <a:stCxn id="280" idx="3"/>
              <a:endCxn id="281" idx="2"/>
            </p:cNvCxnSpPr>
            <p:nvPr/>
          </p:nvCxnSpPr>
          <p:spPr>
            <a:xfrm flipH="1" rot="10800000">
              <a:off x="3353325" y="3296475"/>
              <a:ext cx="820200" cy="1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6" name="Google Shape;286;p19"/>
            <p:cNvCxnSpPr>
              <a:stCxn id="281" idx="6"/>
              <a:endCxn id="282" idx="1"/>
            </p:cNvCxnSpPr>
            <p:nvPr/>
          </p:nvCxnSpPr>
          <p:spPr>
            <a:xfrm>
              <a:off x="4613825" y="3296350"/>
              <a:ext cx="966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7" name="Google Shape;287;p19"/>
            <p:cNvCxnSpPr>
              <a:stCxn id="282" idx="3"/>
              <a:endCxn id="283" idx="2"/>
            </p:cNvCxnSpPr>
            <p:nvPr/>
          </p:nvCxnSpPr>
          <p:spPr>
            <a:xfrm>
              <a:off x="6056150" y="3296350"/>
              <a:ext cx="1196700" cy="1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88" name="Google Shape;288;p19"/>
          <p:cNvSpPr/>
          <p:nvPr/>
        </p:nvSpPr>
        <p:spPr>
          <a:xfrm>
            <a:off x="1409674" y="1534525"/>
            <a:ext cx="281150" cy="525725"/>
          </a:xfrm>
          <a:custGeom>
            <a:rect b="b" l="l" r="r" t="t"/>
            <a:pathLst>
              <a:path extrusionOk="0" h="21029" w="11246">
                <a:moveTo>
                  <a:pt x="11246" y="21029"/>
                </a:moveTo>
                <a:cubicBezTo>
                  <a:pt x="9446" y="19419"/>
                  <a:pt x="1915" y="14872"/>
                  <a:pt x="447" y="11367"/>
                </a:cubicBezTo>
                <a:cubicBezTo>
                  <a:pt x="-1021" y="7862"/>
                  <a:pt x="2105" y="1895"/>
                  <a:pt x="2436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89" name="Google Shape;289;p19"/>
          <p:cNvSpPr/>
          <p:nvPr/>
        </p:nvSpPr>
        <p:spPr>
          <a:xfrm>
            <a:off x="2202325" y="1513200"/>
            <a:ext cx="497300" cy="646500"/>
          </a:xfrm>
          <a:custGeom>
            <a:rect b="b" l="l" r="r" t="t"/>
            <a:pathLst>
              <a:path extrusionOk="0" h="25860" w="19892">
                <a:moveTo>
                  <a:pt x="0" y="25860"/>
                </a:moveTo>
                <a:cubicBezTo>
                  <a:pt x="2368" y="24439"/>
                  <a:pt x="10894" y="21645"/>
                  <a:pt x="14209" y="17335"/>
                </a:cubicBezTo>
                <a:cubicBezTo>
                  <a:pt x="17524" y="13025"/>
                  <a:pt x="18945" y="2889"/>
                  <a:pt x="19892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95" name="Google Shape;295;p20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296" name="Google Shape;296;p20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297" name="Google Shape;297;p20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298" name="Google Shape;298;p20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299" name="Google Shape;299;p20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300" name="Google Shape;300;p20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301" name="Google Shape;301;p20"/>
            <p:cNvCxnSpPr>
              <a:stCxn id="297" idx="6"/>
              <a:endCxn id="300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2" name="Google Shape;302;p20"/>
            <p:cNvCxnSpPr>
              <a:stCxn id="298" idx="5"/>
              <a:endCxn id="300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3" name="Google Shape;303;p20"/>
            <p:cNvCxnSpPr>
              <a:stCxn id="300" idx="3"/>
              <a:endCxn id="304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4" name="Google Shape;304;p20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305" name="Google Shape;305;p20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306" name="Google Shape;306;p20"/>
            <p:cNvCxnSpPr>
              <a:stCxn id="296" idx="6"/>
              <a:endCxn id="307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7" name="Google Shape;307;p20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308" name="Google Shape;308;p20"/>
            <p:cNvCxnSpPr>
              <a:stCxn id="304" idx="6"/>
              <a:endCxn id="307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9" name="Google Shape;309;p20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310" name="Google Shape;310;p20"/>
            <p:cNvCxnSpPr>
              <a:stCxn id="307" idx="3"/>
              <a:endCxn id="309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11" name="Google Shape;311;p20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312" name="Google Shape;312;p20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313" name="Google Shape;313;p20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314" name="Google Shape;314;p20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315" name="Google Shape;315;p20"/>
              <p:cNvCxnSpPr>
                <a:stCxn id="309" idx="6"/>
                <a:endCxn id="314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16" name="Google Shape;316;p20"/>
              <p:cNvCxnSpPr>
                <a:stCxn id="312" idx="6"/>
                <a:endCxn id="314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17" name="Google Shape;317;p20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318" name="Google Shape;318;p20"/>
              <p:cNvCxnSpPr>
                <a:stCxn id="314" idx="3"/>
                <a:endCxn id="317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319" name="Google Shape;319;p20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320" name="Google Shape;320;p20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21" name="Google Shape;321;p20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22" name="Google Shape;322;p20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23" name="Google Shape;323;p20"/>
          <p:cNvGrpSpPr/>
          <p:nvPr/>
        </p:nvGrpSpPr>
        <p:grpSpPr>
          <a:xfrm>
            <a:off x="2831900" y="2330150"/>
            <a:ext cx="4372350" cy="873475"/>
            <a:chOff x="2831900" y="2330150"/>
            <a:chExt cx="4372350" cy="873475"/>
          </a:xfrm>
        </p:grpSpPr>
        <p:sp>
          <p:nvSpPr>
            <p:cNvPr id="324" name="Google Shape;324;p20"/>
            <p:cNvSpPr txBox="1"/>
            <p:nvPr/>
          </p:nvSpPr>
          <p:spPr>
            <a:xfrm>
              <a:off x="2831900" y="2928525"/>
              <a:ext cx="6615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25" name="Google Shape;325;p20"/>
            <p:cNvSpPr txBox="1"/>
            <p:nvPr/>
          </p:nvSpPr>
          <p:spPr>
            <a:xfrm>
              <a:off x="4457800" y="2330150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26" name="Google Shape;326;p20"/>
            <p:cNvSpPr txBox="1"/>
            <p:nvPr/>
          </p:nvSpPr>
          <p:spPr>
            <a:xfrm>
              <a:off x="6706250" y="2928525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327" name="Google Shape;327;p20"/>
          <p:cNvSpPr txBox="1"/>
          <p:nvPr/>
        </p:nvSpPr>
        <p:spPr>
          <a:xfrm>
            <a:off x="13361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328" name="Google Shape;328;p20"/>
          <p:cNvSpPr txBox="1"/>
          <p:nvPr/>
        </p:nvSpPr>
        <p:spPr>
          <a:xfrm>
            <a:off x="6585850" y="31759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42.012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code&quot;:&quot;$$\\frac{df}{db}=\\frac{0.012}{0.001}=12$$&quot;,&quot;font&quot;:{&quot;color&quot;:&quot;#000000&quot;,&quot;size&quot;:12,&quot;family&quot;:&quot;Arial&quot;},&quot;aid&quot;:null,&quot;backgroundColor&quot;:&quot;#FFFFFF&quot;,&quot;type&quot;:&quot;$$&quot;,&quot;id&quot;:&quot;2&quot;,&quot;backgroundColorModified&quot;:false,&quot;ts&quot;:1708774445241,&quot;cs&quot;:&quot;YO3zNalbRthWCykg1S+x9w==&quot;,&quot;size&quot;:{&quot;width&quot;:145,&quot;height&quot;:39.333333333333336}}" id="329" name="Google Shape;3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488" y="1324117"/>
            <a:ext cx="1381125" cy="374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0"/>
          <p:cNvSpPr txBox="1"/>
          <p:nvPr/>
        </p:nvSpPr>
        <p:spPr>
          <a:xfrm>
            <a:off x="4236725" y="156832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14.004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26315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12.00</a:t>
            </a:r>
            <a:r>
              <a:rPr lang="zh-TW" sz="1300">
                <a:solidFill>
                  <a:srgbClr val="FF0000"/>
                </a:solidFill>
              </a:rPr>
              <a:t>4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backgroundColor&quot;:&quot;#FFFFFF&quot;,&quot;aid&quot;:null,&quot;type&quot;:&quot;$$&quot;,&quot;code&quot;:&quot;$$\\frac{df}{dv}=\\frac{df}{df}\\cdot\\frac{df}{dv}$$&quot;,&quot;backgroundColorModified&quot;:false,&quot;font&quot;:{&quot;family&quot;:&quot;Arial&quot;,&quot;size&quot;:13,&quot;color&quot;:&quot;#000000&quot;},&quot;id&quot;:&quot;3&quot;,&quot;ts&quot;:1708774577250,&quot;cs&quot;:&quot;1iLx91uDaT4wMFD8E5VtRg==&quot;,&quot;size&quot;:{&quot;width&quot;:129.33333333333334,&quot;height&quot;:46.333333333333336}}" id="332" name="Google Shape;3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1600"/>
            <a:ext cx="1231900" cy="44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frac{df}{da}=\\frac{df}{dv}\\cdot\\frac{dv}{da}=\\frac{df}{dv}\\cdot\\frac{d\\left(a+u\\right)}{da}$$&quot;,&quot;backgroundColorModified&quot;:false,&quot;backgroundColor&quot;:&quot;#FFFFFF&quot;,&quot;id&quot;:&quot;4&quot;,&quot;font&quot;:{&quot;color&quot;:&quot;#000000&quot;,&quot;size&quot;:13,&quot;family&quot;:&quot;Arial&quot;},&quot;aid&quot;:null,&quot;ts&quot;:1708774719817,&quot;cs&quot;:&quot;tVgaRXiyRYSzoRr/OKJXUA==&quot;,&quot;size&quot;:{&quot;width&quot;:284,&quot;height&quot;:44}}" id="333" name="Google Shape;33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425" y="860825"/>
            <a:ext cx="2705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/>
          <p:nvPr/>
        </p:nvSpPr>
        <p:spPr>
          <a:xfrm>
            <a:off x="2118350" y="817600"/>
            <a:ext cx="966300" cy="4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2124175" y="678154"/>
            <a:ext cx="2422575" cy="572175"/>
          </a:xfrm>
          <a:custGeom>
            <a:rect b="b" l="l" r="r" t="t"/>
            <a:pathLst>
              <a:path extrusionOk="0" h="22887" w="96903">
                <a:moveTo>
                  <a:pt x="0" y="8111"/>
                </a:moveTo>
                <a:cubicBezTo>
                  <a:pt x="5731" y="6832"/>
                  <a:pt x="18235" y="-2024"/>
                  <a:pt x="34385" y="439"/>
                </a:cubicBezTo>
                <a:cubicBezTo>
                  <a:pt x="50536" y="2902"/>
                  <a:pt x="86483" y="19147"/>
                  <a:pt x="96903" y="2288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41" name="Google Shape;341;p21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342" name="Google Shape;342;p21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345" name="Google Shape;345;p21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346" name="Google Shape;346;p21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347" name="Google Shape;347;p21"/>
            <p:cNvCxnSpPr>
              <a:stCxn id="343" idx="6"/>
              <a:endCxn id="346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8" name="Google Shape;348;p21"/>
            <p:cNvCxnSpPr>
              <a:stCxn id="344" idx="5"/>
              <a:endCxn id="346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9" name="Google Shape;349;p21"/>
            <p:cNvCxnSpPr>
              <a:stCxn id="346" idx="3"/>
              <a:endCxn id="350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0" name="Google Shape;350;p21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351" name="Google Shape;351;p21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352" name="Google Shape;352;p21"/>
            <p:cNvCxnSpPr>
              <a:stCxn id="342" idx="6"/>
              <a:endCxn id="353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3" name="Google Shape;353;p21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354" name="Google Shape;354;p21"/>
            <p:cNvCxnSpPr>
              <a:stCxn id="350" idx="6"/>
              <a:endCxn id="353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55" name="Google Shape;355;p21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356" name="Google Shape;356;p21"/>
            <p:cNvCxnSpPr>
              <a:stCxn id="353" idx="3"/>
              <a:endCxn id="355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57" name="Google Shape;357;p21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358" name="Google Shape;358;p21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359" name="Google Shape;359;p21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360" name="Google Shape;360;p21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361" name="Google Shape;361;p21"/>
              <p:cNvCxnSpPr>
                <a:stCxn id="355" idx="6"/>
                <a:endCxn id="360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362" name="Google Shape;362;p21"/>
              <p:cNvCxnSpPr>
                <a:stCxn id="358" idx="6"/>
                <a:endCxn id="360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363" name="Google Shape;363;p21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364" name="Google Shape;364;p21"/>
              <p:cNvCxnSpPr>
                <a:stCxn id="360" idx="3"/>
                <a:endCxn id="363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365" name="Google Shape;365;p21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366" name="Google Shape;366;p21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67" name="Google Shape;367;p21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68" name="Google Shape;368;p21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69" name="Google Shape;369;p21"/>
          <p:cNvGrpSpPr/>
          <p:nvPr/>
        </p:nvGrpSpPr>
        <p:grpSpPr>
          <a:xfrm>
            <a:off x="2831900" y="2330150"/>
            <a:ext cx="4372350" cy="873475"/>
            <a:chOff x="2831900" y="2330150"/>
            <a:chExt cx="4372350" cy="873475"/>
          </a:xfrm>
        </p:grpSpPr>
        <p:sp>
          <p:nvSpPr>
            <p:cNvPr id="370" name="Google Shape;370;p21"/>
            <p:cNvSpPr txBox="1"/>
            <p:nvPr/>
          </p:nvSpPr>
          <p:spPr>
            <a:xfrm>
              <a:off x="2831900" y="2928525"/>
              <a:ext cx="6615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71" name="Google Shape;371;p21"/>
            <p:cNvSpPr txBox="1"/>
            <p:nvPr/>
          </p:nvSpPr>
          <p:spPr>
            <a:xfrm>
              <a:off x="4457800" y="2330150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372" name="Google Shape;372;p21"/>
            <p:cNvSpPr txBox="1"/>
            <p:nvPr/>
          </p:nvSpPr>
          <p:spPr>
            <a:xfrm>
              <a:off x="6706250" y="2928525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373" name="Google Shape;373;p21"/>
          <p:cNvSpPr txBox="1"/>
          <p:nvPr/>
        </p:nvSpPr>
        <p:spPr>
          <a:xfrm>
            <a:off x="13361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6585850" y="32521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42.</a:t>
            </a:r>
            <a:r>
              <a:rPr lang="zh-TW" sz="1300">
                <a:solidFill>
                  <a:srgbClr val="FF0000"/>
                </a:solidFill>
              </a:rPr>
              <a:t>0</a:t>
            </a:r>
            <a:r>
              <a:rPr lang="zh-TW" sz="1300">
                <a:solidFill>
                  <a:srgbClr val="FF0000"/>
                </a:solidFill>
              </a:rPr>
              <a:t>12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4236725" y="156832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14.004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26315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12.004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type&quot;:&quot;$$&quot;,&quot;font&quot;:{&quot;size&quot;:13,&quot;family&quot;:&quot;Arial&quot;,&quot;color&quot;:&quot;#000000&quot;},&quot;code&quot;:&quot;$$\\frac{df}{dv}=\\frac{df}{df}\\cdot\\frac{df}{dv}=\\frac{d\\left(3v\\right)}{dv}=3$$&quot;,&quot;id&quot;:&quot;3&quot;,&quot;backgroundColorModified&quot;:false,&quot;aid&quot;:null,&quot;backgroundColor&quot;:&quot;#FFFFFF&quot;,&quot;ts&quot;:1708775239318,&quot;cs&quot;:&quot;oxFgUIMoKvr6PoVZVRqm9w==&quot;,&quot;size&quot;:{&quot;width&quot;:250.40000000000006,&quot;height&quot;:47.80000000000001}}" id="377" name="Google Shape;3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74681"/>
            <a:ext cx="2385060" cy="455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code&quot;:&quot;$$\\frac{df}{db}=\\frac{df}{du}\\cdot\\frac{du}{db}=\\frac{df}{du}\\cdot\\frac{d\\left(bc\\right)}{db}=3\\cdot c=12$$&quot;,&quot;font&quot;:{&quot;size&quot;:13,&quot;family&quot;:&quot;Arial&quot;,&quot;color&quot;:&quot;#000000&quot;},&quot;aid&quot;:null,&quot;type&quot;:&quot;$$&quot;,&quot;id&quot;:&quot;4&quot;,&quot;ts&quot;:1723990303379,&quot;cs&quot;:&quot;74xLdx0JPsFB3IcQ2Yy7SQ==&quot;,&quot;size&quot;:{&quot;width&quot;:369,&quot;height&quot;:44}}" id="378" name="Google Shape;37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00" y="4145109"/>
            <a:ext cx="35147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1"/>
          <p:cNvSpPr/>
          <p:nvPr/>
        </p:nvSpPr>
        <p:spPr>
          <a:xfrm>
            <a:off x="2118350" y="817600"/>
            <a:ext cx="966300" cy="4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code&quot;:&quot;$$\\frac{df}{du}=\\frac{df}{dv}\\cdot\\frac{dv}{du}=3\\cdot\\frac{d\\left(a+u\\right)}{du}=3$$&quot;,&quot;font&quot;:{&quot;family&quot;:&quot;Arial&quot;,&quot;color&quot;:&quot;#000000&quot;,&quot;size&quot;:13},&quot;backgroundColorModified&quot;:false,&quot;aid&quot;:null,&quot;backgroundColor&quot;:&quot;#FFFFFF&quot;,&quot;id&quot;:&quot;5&quot;,&quot;type&quot;:&quot;$$&quot;,&quot;ts&quot;:1708775322658,&quot;cs&quot;:&quot;SU2KowIudw747IyLEHv57w==&quot;,&quot;size&quot;:{&quot;width&quot;:303.75,&quot;height&quot;:44}}" id="380" name="Google Shape;38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19850" y="3400376"/>
            <a:ext cx="2893219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1"/>
          <p:cNvSpPr txBox="1"/>
          <p:nvPr/>
        </p:nvSpPr>
        <p:spPr>
          <a:xfrm>
            <a:off x="2750125" y="319600"/>
            <a:ext cx="4028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2"/>
                </a:solidFill>
              </a:rPr>
              <a:t>Backward</a:t>
            </a:r>
            <a:r>
              <a:rPr lang="zh-TW" sz="2800">
                <a:solidFill>
                  <a:schemeClr val="dk2"/>
                </a:solidFill>
              </a:rPr>
              <a:t> pass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387" name="Google Shape;387;p22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388" name="Google Shape;388;p22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391" name="Google Shape;391;p22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392" name="Google Shape;392;p22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393" name="Google Shape;393;p22"/>
            <p:cNvCxnSpPr>
              <a:stCxn id="389" idx="6"/>
              <a:endCxn id="392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4" name="Google Shape;394;p22"/>
            <p:cNvCxnSpPr>
              <a:stCxn id="390" idx="5"/>
              <a:endCxn id="392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5" name="Google Shape;395;p22"/>
            <p:cNvCxnSpPr>
              <a:stCxn id="392" idx="3"/>
              <a:endCxn id="396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6" name="Google Shape;396;p22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397" name="Google Shape;397;p22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398" name="Google Shape;398;p22"/>
            <p:cNvCxnSpPr>
              <a:stCxn id="388" idx="6"/>
              <a:endCxn id="399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9" name="Google Shape;399;p22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400" name="Google Shape;400;p22"/>
            <p:cNvCxnSpPr>
              <a:stCxn id="396" idx="6"/>
              <a:endCxn id="399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1" name="Google Shape;401;p22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402" name="Google Shape;402;p22"/>
            <p:cNvCxnSpPr>
              <a:stCxn id="399" idx="3"/>
              <a:endCxn id="401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03" name="Google Shape;403;p22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404" name="Google Shape;404;p22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405" name="Google Shape;405;p22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407" name="Google Shape;407;p22"/>
              <p:cNvCxnSpPr>
                <a:stCxn id="401" idx="6"/>
                <a:endCxn id="406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08" name="Google Shape;408;p22"/>
              <p:cNvCxnSpPr>
                <a:stCxn id="404" idx="6"/>
                <a:endCxn id="406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09" name="Google Shape;409;p22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410" name="Google Shape;410;p22"/>
              <p:cNvCxnSpPr>
                <a:stCxn id="406" idx="3"/>
                <a:endCxn id="409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411" name="Google Shape;411;p22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412" name="Google Shape;412;p22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13" name="Google Shape;413;p22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14" name="Google Shape;414;p22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15" name="Google Shape;415;p22"/>
          <p:cNvGrpSpPr/>
          <p:nvPr/>
        </p:nvGrpSpPr>
        <p:grpSpPr>
          <a:xfrm>
            <a:off x="2831900" y="2330150"/>
            <a:ext cx="4372350" cy="873475"/>
            <a:chOff x="2831900" y="2330150"/>
            <a:chExt cx="4372350" cy="873475"/>
          </a:xfrm>
        </p:grpSpPr>
        <p:sp>
          <p:nvSpPr>
            <p:cNvPr id="416" name="Google Shape;416;p22"/>
            <p:cNvSpPr txBox="1"/>
            <p:nvPr/>
          </p:nvSpPr>
          <p:spPr>
            <a:xfrm>
              <a:off x="2831900" y="2928525"/>
              <a:ext cx="6615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17" name="Google Shape;417;p22"/>
            <p:cNvSpPr txBox="1"/>
            <p:nvPr/>
          </p:nvSpPr>
          <p:spPr>
            <a:xfrm>
              <a:off x="4457800" y="2330150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18" name="Google Shape;418;p22"/>
            <p:cNvSpPr txBox="1"/>
            <p:nvPr/>
          </p:nvSpPr>
          <p:spPr>
            <a:xfrm>
              <a:off x="6706250" y="2928525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419" name="Google Shape;419;p22"/>
          <p:cNvSpPr txBox="1"/>
          <p:nvPr/>
        </p:nvSpPr>
        <p:spPr>
          <a:xfrm>
            <a:off x="13361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6585850" y="32521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42.012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4236725" y="156832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14.004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26315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12.004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2118350" y="817600"/>
            <a:ext cx="966300" cy="4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2750125" y="319600"/>
            <a:ext cx="4028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2"/>
                </a:solidFill>
              </a:rPr>
              <a:t>loss function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8622025" y="32928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</a:t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7665100" y="3252150"/>
            <a:ext cx="5631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6708175" y="3819475"/>
            <a:ext cx="393900" cy="3939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44</a:t>
            </a:r>
            <a:endParaRPr/>
          </a:p>
        </p:txBody>
      </p:sp>
      <p:cxnSp>
        <p:nvCxnSpPr>
          <p:cNvPr id="428" name="Google Shape;428;p22"/>
          <p:cNvCxnSpPr>
            <a:stCxn id="409" idx="5"/>
            <a:endCxn id="426" idx="1"/>
          </p:cNvCxnSpPr>
          <p:nvPr/>
        </p:nvCxnSpPr>
        <p:spPr>
          <a:xfrm>
            <a:off x="7044390" y="2741740"/>
            <a:ext cx="620700" cy="70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" name="Google Shape;429;p22"/>
          <p:cNvCxnSpPr>
            <a:stCxn id="427" idx="6"/>
            <a:endCxn id="426" idx="1"/>
          </p:cNvCxnSpPr>
          <p:nvPr/>
        </p:nvCxnSpPr>
        <p:spPr>
          <a:xfrm flipH="1" rot="10800000">
            <a:off x="7102075" y="3449125"/>
            <a:ext cx="563100" cy="56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22"/>
          <p:cNvCxnSpPr>
            <a:stCxn id="426" idx="3"/>
            <a:endCxn id="425" idx="2"/>
          </p:cNvCxnSpPr>
          <p:nvPr/>
        </p:nvCxnSpPr>
        <p:spPr>
          <a:xfrm>
            <a:off x="8228200" y="3449100"/>
            <a:ext cx="393900" cy="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\\left(f-44\\right)^{2}$$&quot;,&quot;aid&quot;:null,&quot;type&quot;:&quot;$$&quot;,&quot;font&quot;:{&quot;size&quot;:6,&quot;color&quot;:&quot;#000000&quot;,&quot;family&quot;:&quot;Arial&quot;},&quot;backgroundColor&quot;:&quot;#FFFFFF&quot;,&quot;id&quot;:&quot;8&quot;,&quot;backgroundColorModified&quot;:false,&quot;ts&quot;:1745890738111,&quot;cs&quot;:&quot;ViT4tMgIYRf9UNbeb1ko3A==&quot;,&quot;size&quot;:{&quot;width&quot;:41.354361417322764,&quot;height&quot;:13.01339763779528}}" id="431" name="Google Shape;4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100" y="3387125"/>
            <a:ext cx="511200" cy="160867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2"/>
          <p:cNvSpPr txBox="1"/>
          <p:nvPr/>
        </p:nvSpPr>
        <p:spPr>
          <a:xfrm>
            <a:off x="8477525" y="36670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3.9521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4532850" y="3213450"/>
            <a:ext cx="3939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w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34" name="Google Shape;434;p22"/>
          <p:cNvGrpSpPr/>
          <p:nvPr/>
        </p:nvGrpSpPr>
        <p:grpSpPr>
          <a:xfrm>
            <a:off x="1722050" y="2298350"/>
            <a:ext cx="5043810" cy="1721925"/>
            <a:chOff x="1722050" y="2298350"/>
            <a:chExt cx="5043810" cy="1721925"/>
          </a:xfrm>
        </p:grpSpPr>
        <p:cxnSp>
          <p:nvCxnSpPr>
            <p:cNvPr id="435" name="Google Shape;435;p22"/>
            <p:cNvCxnSpPr/>
            <p:nvPr/>
          </p:nvCxnSpPr>
          <p:spPr>
            <a:xfrm flipH="1" rot="10800000">
              <a:off x="3173725" y="2298350"/>
              <a:ext cx="1316400" cy="125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36" name="Google Shape;436;p22"/>
            <p:cNvSpPr txBox="1"/>
            <p:nvPr/>
          </p:nvSpPr>
          <p:spPr>
            <a:xfrm>
              <a:off x="1722050" y="3557975"/>
              <a:ext cx="4468800" cy="4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We can not change the activations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437" name="Google Shape;437;p22"/>
            <p:cNvCxnSpPr/>
            <p:nvPr/>
          </p:nvCxnSpPr>
          <p:spPr>
            <a:xfrm rot="10800000">
              <a:off x="3038375" y="2853650"/>
              <a:ext cx="114000" cy="6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38" name="Google Shape;438;p22"/>
            <p:cNvCxnSpPr/>
            <p:nvPr/>
          </p:nvCxnSpPr>
          <p:spPr>
            <a:xfrm flipH="1" rot="10800000">
              <a:off x="3166460" y="2741740"/>
              <a:ext cx="3599400" cy="80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39" name="Google Shape;439;p22"/>
          <p:cNvGrpSpPr/>
          <p:nvPr/>
        </p:nvGrpSpPr>
        <p:grpSpPr>
          <a:xfrm>
            <a:off x="1351025" y="3462500"/>
            <a:ext cx="5389550" cy="1091175"/>
            <a:chOff x="1351025" y="-42700"/>
            <a:chExt cx="5389550" cy="1091175"/>
          </a:xfrm>
        </p:grpSpPr>
        <p:sp>
          <p:nvSpPr>
            <p:cNvPr id="440" name="Google Shape;440;p22"/>
            <p:cNvSpPr txBox="1"/>
            <p:nvPr/>
          </p:nvSpPr>
          <p:spPr>
            <a:xfrm>
              <a:off x="1722050" y="586175"/>
              <a:ext cx="4911900" cy="4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We can not change the input and </a:t>
              </a:r>
              <a:r>
                <a:rPr lang="zh-TW" sz="1800">
                  <a:solidFill>
                    <a:schemeClr val="dk2"/>
                  </a:solidFill>
                </a:rPr>
                <a:t>ground</a:t>
              </a:r>
              <a:r>
                <a:rPr lang="zh-TW" sz="1800">
                  <a:solidFill>
                    <a:schemeClr val="dk2"/>
                  </a:solidFill>
                </a:rPr>
                <a:t> truth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441" name="Google Shape;441;p22"/>
            <p:cNvCxnSpPr/>
            <p:nvPr/>
          </p:nvCxnSpPr>
          <p:spPr>
            <a:xfrm rot="10800000">
              <a:off x="1351025" y="-42700"/>
              <a:ext cx="447900" cy="49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42" name="Google Shape;442;p22"/>
            <p:cNvCxnSpPr/>
            <p:nvPr/>
          </p:nvCxnSpPr>
          <p:spPr>
            <a:xfrm flipH="1" rot="10800000">
              <a:off x="5844775" y="348750"/>
              <a:ext cx="895800" cy="13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3" name="Google Shape;443;p22"/>
          <p:cNvGrpSpPr/>
          <p:nvPr/>
        </p:nvGrpSpPr>
        <p:grpSpPr>
          <a:xfrm>
            <a:off x="82776" y="2858400"/>
            <a:ext cx="6644725" cy="1852575"/>
            <a:chOff x="82776" y="2858400"/>
            <a:chExt cx="6644725" cy="1852575"/>
          </a:xfrm>
        </p:grpSpPr>
        <p:pic>
          <p:nvPicPr>
            <p:cNvPr descr="{&quot;aid&quot;:null,&quot;font&quot;:{&quot;color&quot;:&quot;#000000&quot;,&quot;size&quot;:13,&quot;family&quot;:&quot;Arial&quot;},&quot;id&quot;:&quot;4&quot;,&quot;type&quot;:&quot;$$&quot;,&quot;code&quot;:&quot;$$\\frac{dl}{dw}=\\frac{dl}{df}\\cdot\\frac{df}{dw}=\\frac{dl}{df}\\cdot\\frac{d\\left(vw\\right)}{dw}=\\frac{dl}{df}\\cdot v=\\frac{d\\left(f-44\\right)^{2}}{df}\\cdot v=2\\cdot\\left(f-44\\right)\\cdot v$$&quot;,&quot;backgroundColor&quot;:&quot;#FFFFFF&quot;,&quot;backgroundColorModified&quot;:false,&quot;ts&quot;:1745891194516,&quot;cs&quot;:&quot;M4ji+OGTkpbwJuflntkuMQ==&quot;,&quot;size&quot;:{&quot;width&quot;:657.5,&quot;height&quot;:52}}" id="444" name="Google Shape;444;p22"/>
            <p:cNvPicPr preferRelativeResize="0"/>
            <p:nvPr/>
          </p:nvPicPr>
          <p:blipFill rotWithShape="1">
            <a:blip r:embed="rId4">
              <a:alphaModFix/>
            </a:blip>
            <a:srcRect b="0" l="0" r="-6101" t="0"/>
            <a:stretch/>
          </p:blipFill>
          <p:spPr>
            <a:xfrm>
              <a:off x="82776" y="4215675"/>
              <a:ext cx="6644725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22"/>
            <p:cNvSpPr/>
            <p:nvPr/>
          </p:nvSpPr>
          <p:spPr>
            <a:xfrm>
              <a:off x="4337350" y="2858400"/>
              <a:ext cx="761700" cy="7878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{&quot;code&quot;:&quot;$$=2\\cdot\\left(42-44\\right)\\cdot14.004=-56.016$$&quot;,&quot;id&quot;:&quot;9&quot;,&quot;type&quot;:&quot;$$&quot;,&quot;aid&quot;:null,&quot;backgroundColorModified&quot;:false,&quot;font&quot;:{&quot;family&quot;:&quot;Arial&quot;,&quot;size&quot;:12,&quot;color&quot;:&quot;#000000&quot;},&quot;backgroundColor&quot;:&quot;#FFFFFF&quot;,&quot;ts&quot;:1745891955156,&quot;cs&quot;:&quot;esT9e9AYxGootkCeu1jmvw==&quot;,&quot;size&quot;:{&quot;width&quot;:273.5,&quot;height&quot;:19}}" id="446" name="Google Shape;4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825" y="4401175"/>
            <a:ext cx="2605088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3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52" name="Google Shape;452;p23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453" name="Google Shape;453;p23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454" name="Google Shape;454;p23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455" name="Google Shape;455;p23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rgbClr val="FF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456" name="Google Shape;456;p23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457" name="Google Shape;457;p23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458" name="Google Shape;458;p23"/>
            <p:cNvCxnSpPr>
              <a:stCxn id="454" idx="6"/>
              <a:endCxn id="457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9" name="Google Shape;459;p23"/>
            <p:cNvCxnSpPr>
              <a:stCxn id="455" idx="5"/>
              <a:endCxn id="457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0" name="Google Shape;460;p23"/>
            <p:cNvCxnSpPr>
              <a:stCxn id="457" idx="3"/>
              <a:endCxn id="461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1" name="Google Shape;461;p23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462" name="Google Shape;462;p23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463" name="Google Shape;463;p23"/>
            <p:cNvCxnSpPr>
              <a:stCxn id="453" idx="6"/>
              <a:endCxn id="464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4" name="Google Shape;464;p23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465" name="Google Shape;465;p23"/>
            <p:cNvCxnSpPr>
              <a:stCxn id="461" idx="6"/>
              <a:endCxn id="464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66" name="Google Shape;466;p23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467" name="Google Shape;467;p23"/>
            <p:cNvCxnSpPr>
              <a:stCxn id="464" idx="3"/>
              <a:endCxn id="466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68" name="Google Shape;468;p23"/>
          <p:cNvGrpSpPr/>
          <p:nvPr/>
        </p:nvGrpSpPr>
        <p:grpSpPr>
          <a:xfrm>
            <a:off x="4482025" y="2208575"/>
            <a:ext cx="2620050" cy="1084275"/>
            <a:chOff x="4482025" y="2208575"/>
            <a:chExt cx="2620050" cy="1084275"/>
          </a:xfrm>
        </p:grpSpPr>
        <p:sp>
          <p:nvSpPr>
            <p:cNvPr id="469" name="Google Shape;469;p23"/>
            <p:cNvSpPr/>
            <p:nvPr/>
          </p:nvSpPr>
          <p:spPr>
            <a:xfrm>
              <a:off x="4482025" y="2898950"/>
              <a:ext cx="393900" cy="3939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3</a:t>
              </a:r>
              <a:endParaRPr/>
            </a:p>
          </p:txBody>
        </p:sp>
        <p:grpSp>
          <p:nvGrpSpPr>
            <p:cNvPr id="470" name="Google Shape;470;p23"/>
            <p:cNvGrpSpPr/>
            <p:nvPr/>
          </p:nvGrpSpPr>
          <p:grpSpPr>
            <a:xfrm>
              <a:off x="4875925" y="2208575"/>
              <a:ext cx="2226150" cy="887325"/>
              <a:chOff x="4875925" y="2208575"/>
              <a:chExt cx="2226150" cy="887325"/>
            </a:xfrm>
          </p:grpSpPr>
          <p:sp>
            <p:nvSpPr>
              <p:cNvPr id="471" name="Google Shape;471;p23"/>
              <p:cNvSpPr/>
              <p:nvPr/>
            </p:nvSpPr>
            <p:spPr>
              <a:xfrm>
                <a:off x="5574650" y="2374800"/>
                <a:ext cx="393900" cy="39390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*</a:t>
                </a:r>
                <a:endParaRPr/>
              </a:p>
            </p:txBody>
          </p:sp>
          <p:cxnSp>
            <p:nvCxnSpPr>
              <p:cNvPr id="472" name="Google Shape;472;p23"/>
              <p:cNvCxnSpPr>
                <a:stCxn id="466" idx="6"/>
                <a:endCxn id="471" idx="1"/>
              </p:cNvCxnSpPr>
              <p:nvPr/>
            </p:nvCxnSpPr>
            <p:spPr>
              <a:xfrm>
                <a:off x="4875925" y="2208575"/>
                <a:ext cx="698700" cy="363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73" name="Google Shape;473;p23"/>
              <p:cNvCxnSpPr>
                <a:stCxn id="469" idx="6"/>
                <a:endCxn id="471" idx="1"/>
              </p:cNvCxnSpPr>
              <p:nvPr/>
            </p:nvCxnSpPr>
            <p:spPr>
              <a:xfrm flipH="1" rot="10800000">
                <a:off x="4875925" y="2571800"/>
                <a:ext cx="698700" cy="524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74" name="Google Shape;474;p23"/>
              <p:cNvSpPr/>
              <p:nvPr/>
            </p:nvSpPr>
            <p:spPr>
              <a:xfrm>
                <a:off x="6708175" y="2405525"/>
                <a:ext cx="393900" cy="393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</a:t>
                </a:r>
                <a:endParaRPr/>
              </a:p>
            </p:txBody>
          </p:sp>
          <p:cxnSp>
            <p:nvCxnSpPr>
              <p:cNvPr id="475" name="Google Shape;475;p23"/>
              <p:cNvCxnSpPr>
                <a:stCxn id="471" idx="3"/>
                <a:endCxn id="474" idx="2"/>
              </p:cNvCxnSpPr>
              <p:nvPr/>
            </p:nvCxnSpPr>
            <p:spPr>
              <a:xfrm>
                <a:off x="5968550" y="2571750"/>
                <a:ext cx="739500" cy="30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grpSp>
        <p:nvGrpSpPr>
          <p:cNvPr id="476" name="Google Shape;476;p23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477" name="Google Shape;477;p23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78" name="Google Shape;478;p23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79" name="Google Shape;479;p23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80" name="Google Shape;480;p23"/>
          <p:cNvGrpSpPr/>
          <p:nvPr/>
        </p:nvGrpSpPr>
        <p:grpSpPr>
          <a:xfrm>
            <a:off x="2831900" y="2330150"/>
            <a:ext cx="4372350" cy="873475"/>
            <a:chOff x="2831900" y="2330150"/>
            <a:chExt cx="4372350" cy="873475"/>
          </a:xfrm>
        </p:grpSpPr>
        <p:sp>
          <p:nvSpPr>
            <p:cNvPr id="481" name="Google Shape;481;p23"/>
            <p:cNvSpPr txBox="1"/>
            <p:nvPr/>
          </p:nvSpPr>
          <p:spPr>
            <a:xfrm>
              <a:off x="2831900" y="2928525"/>
              <a:ext cx="6615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82" name="Google Shape;482;p23"/>
            <p:cNvSpPr txBox="1"/>
            <p:nvPr/>
          </p:nvSpPr>
          <p:spPr>
            <a:xfrm>
              <a:off x="4457800" y="2330150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14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83" name="Google Shape;483;p23"/>
            <p:cNvSpPr txBox="1"/>
            <p:nvPr/>
          </p:nvSpPr>
          <p:spPr>
            <a:xfrm>
              <a:off x="6706250" y="2928525"/>
              <a:ext cx="4980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484" name="Google Shape;484;p23"/>
          <p:cNvSpPr txBox="1"/>
          <p:nvPr/>
        </p:nvSpPr>
        <p:spPr>
          <a:xfrm>
            <a:off x="13361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6585850" y="3252150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42.0139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86" name="Google Shape;486;p23"/>
          <p:cNvSpPr txBox="1"/>
          <p:nvPr/>
        </p:nvSpPr>
        <p:spPr>
          <a:xfrm>
            <a:off x="4236725" y="156832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14.004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87" name="Google Shape;487;p23"/>
          <p:cNvSpPr txBox="1"/>
          <p:nvPr/>
        </p:nvSpPr>
        <p:spPr>
          <a:xfrm>
            <a:off x="2631550" y="21333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12.004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2118350" y="817600"/>
            <a:ext cx="966300" cy="4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3"/>
          <p:cNvSpPr txBox="1"/>
          <p:nvPr/>
        </p:nvSpPr>
        <p:spPr>
          <a:xfrm>
            <a:off x="2750125" y="319600"/>
            <a:ext cx="4028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2"/>
                </a:solidFill>
              </a:rPr>
              <a:t>loss function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8622025" y="32928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</a:t>
            </a:r>
            <a:endParaRPr/>
          </a:p>
        </p:txBody>
      </p:sp>
      <p:sp>
        <p:nvSpPr>
          <p:cNvPr id="491" name="Google Shape;491;p23"/>
          <p:cNvSpPr/>
          <p:nvPr/>
        </p:nvSpPr>
        <p:spPr>
          <a:xfrm>
            <a:off x="7665100" y="3252150"/>
            <a:ext cx="5631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6708175" y="3819475"/>
            <a:ext cx="393900" cy="3939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44</a:t>
            </a:r>
            <a:endParaRPr/>
          </a:p>
        </p:txBody>
      </p:sp>
      <p:cxnSp>
        <p:nvCxnSpPr>
          <p:cNvPr id="493" name="Google Shape;493;p23"/>
          <p:cNvCxnSpPr>
            <a:stCxn id="474" idx="5"/>
            <a:endCxn id="491" idx="1"/>
          </p:cNvCxnSpPr>
          <p:nvPr/>
        </p:nvCxnSpPr>
        <p:spPr>
          <a:xfrm>
            <a:off x="7044390" y="2741740"/>
            <a:ext cx="620700" cy="70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23"/>
          <p:cNvCxnSpPr>
            <a:stCxn id="492" idx="6"/>
            <a:endCxn id="491" idx="1"/>
          </p:cNvCxnSpPr>
          <p:nvPr/>
        </p:nvCxnSpPr>
        <p:spPr>
          <a:xfrm flipH="1" rot="10800000">
            <a:off x="7102075" y="3449125"/>
            <a:ext cx="563100" cy="56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23"/>
          <p:cNvCxnSpPr>
            <a:stCxn id="491" idx="3"/>
            <a:endCxn id="490" idx="2"/>
          </p:cNvCxnSpPr>
          <p:nvPr/>
        </p:nvCxnSpPr>
        <p:spPr>
          <a:xfrm>
            <a:off x="8228200" y="3449100"/>
            <a:ext cx="393900" cy="4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$$\\left(f-44\\right)^{2}$$&quot;,&quot;aid&quot;:null,&quot;type&quot;:&quot;$$&quot;,&quot;font&quot;:{&quot;size&quot;:6,&quot;color&quot;:&quot;#000000&quot;,&quot;family&quot;:&quot;Arial&quot;},&quot;backgroundColor&quot;:&quot;#FFFFFF&quot;,&quot;id&quot;:&quot;8&quot;,&quot;backgroundColorModified&quot;:false,&quot;ts&quot;:1745890738111,&quot;cs&quot;:&quot;ViT4tMgIYRf9UNbeb1ko3A==&quot;,&quot;size&quot;:{&quot;width&quot;:41.354361417322764,&quot;height&quot;:13.01339763779528}}" id="496" name="Google Shape;4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5100" y="3387125"/>
            <a:ext cx="511200" cy="16086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3"/>
          <p:cNvSpPr txBox="1"/>
          <p:nvPr/>
        </p:nvSpPr>
        <p:spPr>
          <a:xfrm>
            <a:off x="8477525" y="36670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3.897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4532850" y="3213450"/>
            <a:ext cx="3939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w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99" name="Google Shape;499;p23"/>
          <p:cNvGrpSpPr/>
          <p:nvPr/>
        </p:nvGrpSpPr>
        <p:grpSpPr>
          <a:xfrm>
            <a:off x="82776" y="2858400"/>
            <a:ext cx="6644725" cy="1852575"/>
            <a:chOff x="82776" y="2858400"/>
            <a:chExt cx="6644725" cy="1852575"/>
          </a:xfrm>
        </p:grpSpPr>
        <p:pic>
          <p:nvPicPr>
            <p:cNvPr descr="{&quot;aid&quot;:null,&quot;font&quot;:{&quot;color&quot;:&quot;#000000&quot;,&quot;size&quot;:13,&quot;family&quot;:&quot;Arial&quot;},&quot;id&quot;:&quot;4&quot;,&quot;type&quot;:&quot;$$&quot;,&quot;code&quot;:&quot;$$\\frac{dl}{dw}=\\frac{dl}{df}\\cdot\\frac{df}{dw}=\\frac{dl}{df}\\cdot\\frac{d\\left(vw\\right)}{dw}=\\frac{dl}{df}\\cdot v=\\frac{d\\left(f-44\\right)^{2}}{df}\\cdot v=2\\cdot\\left(f-44\\right)\\cdot v$$&quot;,&quot;backgroundColor&quot;:&quot;#FFFFFF&quot;,&quot;backgroundColorModified&quot;:false,&quot;ts&quot;:1745891194516,&quot;cs&quot;:&quot;M4ji+OGTkpbwJuflntkuMQ==&quot;,&quot;size&quot;:{&quot;width&quot;:657.5,&quot;height&quot;:52}}" id="500" name="Google Shape;500;p23"/>
            <p:cNvPicPr preferRelativeResize="0"/>
            <p:nvPr/>
          </p:nvPicPr>
          <p:blipFill rotWithShape="1">
            <a:blip r:embed="rId4">
              <a:alphaModFix/>
            </a:blip>
            <a:srcRect b="0" l="0" r="-6101" t="0"/>
            <a:stretch/>
          </p:blipFill>
          <p:spPr>
            <a:xfrm>
              <a:off x="82776" y="4215675"/>
              <a:ext cx="6644725" cy="495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23"/>
            <p:cNvSpPr/>
            <p:nvPr/>
          </p:nvSpPr>
          <p:spPr>
            <a:xfrm>
              <a:off x="4337350" y="2858400"/>
              <a:ext cx="761700" cy="7878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{&quot;code&quot;:&quot;$$=2\\cdot\\left(42-44\\right)\\cdot14.004=-56.016$$&quot;,&quot;id&quot;:&quot;9&quot;,&quot;type&quot;:&quot;$$&quot;,&quot;aid&quot;:null,&quot;backgroundColorModified&quot;:false,&quot;font&quot;:{&quot;family&quot;:&quot;Arial&quot;,&quot;size&quot;:12,&quot;color&quot;:&quot;#000000&quot;},&quot;backgroundColor&quot;:&quot;#FFFFFF&quot;,&quot;ts&quot;:1745891955156,&quot;cs&quot;:&quot;esT9e9AYxGootkCeu1jmvw==&quot;,&quot;size&quot;:{&quot;width&quot;:273.5,&quot;height&quot;:19}}" id="502" name="Google Shape;50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825" y="4401175"/>
            <a:ext cx="2605088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3"/>
          <p:cNvSpPr txBox="1"/>
          <p:nvPr/>
        </p:nvSpPr>
        <p:spPr>
          <a:xfrm>
            <a:off x="4362725" y="3590875"/>
            <a:ext cx="862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3.001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04" name="Google Shape;504;p23"/>
          <p:cNvSpPr txBox="1"/>
          <p:nvPr/>
        </p:nvSpPr>
        <p:spPr>
          <a:xfrm>
            <a:off x="5972750" y="654150"/>
            <a:ext cx="30432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forward pass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backward pass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parameter update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zh-TW" sz="1800">
                <a:solidFill>
                  <a:schemeClr val="dk2"/>
                </a:solidFill>
              </a:rPr>
              <a:t>gradient descent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 </a:t>
            </a:r>
            <a:r>
              <a:rPr lang="zh-TW"/>
              <a:t>following</a:t>
            </a:r>
            <a:r>
              <a:rPr lang="zh-TW"/>
              <a:t> session is optional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"/>
          <p:cNvSpPr txBox="1"/>
          <p:nvPr/>
        </p:nvSpPr>
        <p:spPr>
          <a:xfrm>
            <a:off x="802750" y="393950"/>
            <a:ext cx="20292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 = (a+bc)*3+a^2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515" name="Google Shape;515;p25"/>
          <p:cNvGrpSpPr/>
          <p:nvPr/>
        </p:nvGrpSpPr>
        <p:grpSpPr>
          <a:xfrm>
            <a:off x="884500" y="1546025"/>
            <a:ext cx="393900" cy="1917900"/>
            <a:chOff x="884500" y="1546025"/>
            <a:chExt cx="393900" cy="1917900"/>
          </a:xfrm>
        </p:grpSpPr>
        <p:sp>
          <p:nvSpPr>
            <p:cNvPr id="516" name="Google Shape;516;p25"/>
            <p:cNvSpPr/>
            <p:nvPr/>
          </p:nvSpPr>
          <p:spPr>
            <a:xfrm>
              <a:off x="884500" y="1546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884500" y="2308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518" name="Google Shape;518;p25"/>
            <p:cNvSpPr/>
            <p:nvPr/>
          </p:nvSpPr>
          <p:spPr>
            <a:xfrm>
              <a:off x="884500" y="30700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</p:grpSp>
      <p:grpSp>
        <p:nvGrpSpPr>
          <p:cNvPr id="519" name="Google Shape;519;p25"/>
          <p:cNvGrpSpPr/>
          <p:nvPr/>
        </p:nvGrpSpPr>
        <p:grpSpPr>
          <a:xfrm>
            <a:off x="1220715" y="2477075"/>
            <a:ext cx="1971660" cy="929165"/>
            <a:chOff x="1220715" y="2477075"/>
            <a:chExt cx="1971660" cy="929165"/>
          </a:xfrm>
        </p:grpSpPr>
        <p:sp>
          <p:nvSpPr>
            <p:cNvPr id="520" name="Google Shape;520;p25"/>
            <p:cNvSpPr/>
            <p:nvPr/>
          </p:nvSpPr>
          <p:spPr>
            <a:xfrm>
              <a:off x="1887925" y="27019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*</a:t>
              </a:r>
              <a:endParaRPr/>
            </a:p>
          </p:txBody>
        </p:sp>
        <p:cxnSp>
          <p:nvCxnSpPr>
            <p:cNvPr id="521" name="Google Shape;521;p25"/>
            <p:cNvCxnSpPr>
              <a:stCxn id="517" idx="6"/>
              <a:endCxn id="520" idx="1"/>
            </p:cNvCxnSpPr>
            <p:nvPr/>
          </p:nvCxnSpPr>
          <p:spPr>
            <a:xfrm>
              <a:off x="1278400" y="2504975"/>
              <a:ext cx="609600" cy="39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2" name="Google Shape;522;p25"/>
            <p:cNvCxnSpPr>
              <a:stCxn id="518" idx="5"/>
              <a:endCxn id="520" idx="1"/>
            </p:cNvCxnSpPr>
            <p:nvPr/>
          </p:nvCxnSpPr>
          <p:spPr>
            <a:xfrm flipH="1" rot="10800000">
              <a:off x="1220715" y="2898940"/>
              <a:ext cx="667200" cy="5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3" name="Google Shape;523;p25"/>
            <p:cNvCxnSpPr>
              <a:stCxn id="520" idx="3"/>
              <a:endCxn id="524" idx="2"/>
            </p:cNvCxnSpPr>
            <p:nvPr/>
          </p:nvCxnSpPr>
          <p:spPr>
            <a:xfrm flipH="1" rot="10800000">
              <a:off x="2281825" y="2674175"/>
              <a:ext cx="5166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4" name="Google Shape;524;p25"/>
            <p:cNvSpPr/>
            <p:nvPr/>
          </p:nvSpPr>
          <p:spPr>
            <a:xfrm>
              <a:off x="2798475" y="247707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u</a:t>
              </a:r>
              <a:endParaRPr/>
            </a:p>
          </p:txBody>
        </p:sp>
      </p:grpSp>
      <p:grpSp>
        <p:nvGrpSpPr>
          <p:cNvPr id="525" name="Google Shape;525;p25"/>
          <p:cNvGrpSpPr/>
          <p:nvPr/>
        </p:nvGrpSpPr>
        <p:grpSpPr>
          <a:xfrm>
            <a:off x="1278400" y="1742975"/>
            <a:ext cx="3597525" cy="931050"/>
            <a:chOff x="1278400" y="1742975"/>
            <a:chExt cx="3597525" cy="931050"/>
          </a:xfrm>
        </p:grpSpPr>
        <p:cxnSp>
          <p:nvCxnSpPr>
            <p:cNvPr id="526" name="Google Shape;526;p25"/>
            <p:cNvCxnSpPr>
              <a:stCxn id="516" idx="6"/>
              <a:endCxn id="527" idx="1"/>
            </p:cNvCxnSpPr>
            <p:nvPr/>
          </p:nvCxnSpPr>
          <p:spPr>
            <a:xfrm>
              <a:off x="1278400" y="1742975"/>
              <a:ext cx="2382300" cy="4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7" name="Google Shape;527;p25"/>
            <p:cNvSpPr/>
            <p:nvPr/>
          </p:nvSpPr>
          <p:spPr>
            <a:xfrm>
              <a:off x="3660675" y="2011625"/>
              <a:ext cx="393900" cy="393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+</a:t>
              </a:r>
              <a:endParaRPr/>
            </a:p>
          </p:txBody>
        </p:sp>
        <p:cxnSp>
          <p:nvCxnSpPr>
            <p:cNvPr id="528" name="Google Shape;528;p25"/>
            <p:cNvCxnSpPr>
              <a:stCxn id="524" idx="6"/>
              <a:endCxn id="527" idx="1"/>
            </p:cNvCxnSpPr>
            <p:nvPr/>
          </p:nvCxnSpPr>
          <p:spPr>
            <a:xfrm flipH="1" rot="10800000">
              <a:off x="3192375" y="2208725"/>
              <a:ext cx="468300" cy="46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9" name="Google Shape;529;p25"/>
            <p:cNvSpPr/>
            <p:nvPr/>
          </p:nvSpPr>
          <p:spPr>
            <a:xfrm>
              <a:off x="4482025" y="2011625"/>
              <a:ext cx="393900" cy="393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v</a:t>
              </a:r>
              <a:endParaRPr/>
            </a:p>
          </p:txBody>
        </p:sp>
        <p:cxnSp>
          <p:nvCxnSpPr>
            <p:cNvPr id="530" name="Google Shape;530;p25"/>
            <p:cNvCxnSpPr>
              <a:stCxn id="527" idx="3"/>
              <a:endCxn id="529" idx="2"/>
            </p:cNvCxnSpPr>
            <p:nvPr/>
          </p:nvCxnSpPr>
          <p:spPr>
            <a:xfrm>
              <a:off x="4054575" y="2208575"/>
              <a:ext cx="4275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31" name="Google Shape;531;p25"/>
          <p:cNvSpPr/>
          <p:nvPr/>
        </p:nvSpPr>
        <p:spPr>
          <a:xfrm>
            <a:off x="4482025" y="2898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  <p:sp>
        <p:nvSpPr>
          <p:cNvPr id="532" name="Google Shape;532;p25"/>
          <p:cNvSpPr/>
          <p:nvPr/>
        </p:nvSpPr>
        <p:spPr>
          <a:xfrm>
            <a:off x="5574650" y="237480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</a:t>
            </a:r>
            <a:endParaRPr/>
          </a:p>
        </p:txBody>
      </p:sp>
      <p:cxnSp>
        <p:nvCxnSpPr>
          <p:cNvPr id="533" name="Google Shape;533;p25"/>
          <p:cNvCxnSpPr>
            <a:stCxn id="529" idx="6"/>
            <a:endCxn id="532" idx="1"/>
          </p:cNvCxnSpPr>
          <p:nvPr/>
        </p:nvCxnSpPr>
        <p:spPr>
          <a:xfrm>
            <a:off x="4875925" y="2208575"/>
            <a:ext cx="698700" cy="3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25"/>
          <p:cNvCxnSpPr>
            <a:stCxn id="531" idx="6"/>
            <a:endCxn id="532" idx="1"/>
          </p:cNvCxnSpPr>
          <p:nvPr/>
        </p:nvCxnSpPr>
        <p:spPr>
          <a:xfrm flipH="1" rot="10800000">
            <a:off x="4875925" y="2571800"/>
            <a:ext cx="6987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5" name="Google Shape;535;p25"/>
          <p:cNvSpPr/>
          <p:nvPr/>
        </p:nvSpPr>
        <p:spPr>
          <a:xfrm>
            <a:off x="7890050" y="219327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</a:t>
            </a:r>
            <a:endParaRPr/>
          </a:p>
        </p:txBody>
      </p:sp>
      <p:cxnSp>
        <p:nvCxnSpPr>
          <p:cNvPr id="536" name="Google Shape;536;p25"/>
          <p:cNvCxnSpPr>
            <a:stCxn id="532" idx="3"/>
            <a:endCxn id="537" idx="2"/>
          </p:cNvCxnSpPr>
          <p:nvPr/>
        </p:nvCxnSpPr>
        <p:spPr>
          <a:xfrm flipH="1" rot="10800000">
            <a:off x="5968550" y="2504850"/>
            <a:ext cx="360600" cy="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38" name="Google Shape;538;p25"/>
          <p:cNvGrpSpPr/>
          <p:nvPr/>
        </p:nvGrpSpPr>
        <p:grpSpPr>
          <a:xfrm>
            <a:off x="483125" y="1568325"/>
            <a:ext cx="275100" cy="1763700"/>
            <a:chOff x="483125" y="1568325"/>
            <a:chExt cx="275100" cy="1763700"/>
          </a:xfrm>
        </p:grpSpPr>
        <p:sp>
          <p:nvSpPr>
            <p:cNvPr id="539" name="Google Shape;539;p25"/>
            <p:cNvSpPr txBox="1"/>
            <p:nvPr/>
          </p:nvSpPr>
          <p:spPr>
            <a:xfrm>
              <a:off x="483125" y="1568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40" name="Google Shape;540;p25"/>
            <p:cNvSpPr txBox="1"/>
            <p:nvPr/>
          </p:nvSpPr>
          <p:spPr>
            <a:xfrm>
              <a:off x="483125" y="2330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41" name="Google Shape;541;p25"/>
            <p:cNvSpPr txBox="1"/>
            <p:nvPr/>
          </p:nvSpPr>
          <p:spPr>
            <a:xfrm>
              <a:off x="483125" y="309232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542" name="Google Shape;542;p25"/>
          <p:cNvSpPr txBox="1"/>
          <p:nvPr/>
        </p:nvSpPr>
        <p:spPr>
          <a:xfrm>
            <a:off x="2831900" y="2928525"/>
            <a:ext cx="661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12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3" name="Google Shape;543;p25"/>
          <p:cNvSpPr txBox="1"/>
          <p:nvPr/>
        </p:nvSpPr>
        <p:spPr>
          <a:xfrm>
            <a:off x="4457800" y="2330150"/>
            <a:ext cx="498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14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4" name="Google Shape;544;p25"/>
          <p:cNvSpPr txBox="1"/>
          <p:nvPr/>
        </p:nvSpPr>
        <p:spPr>
          <a:xfrm>
            <a:off x="7925450" y="2623725"/>
            <a:ext cx="498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46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2713350" y="11149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^2</a:t>
            </a:r>
            <a:endParaRPr/>
          </a:p>
        </p:txBody>
      </p:sp>
      <p:cxnSp>
        <p:nvCxnSpPr>
          <p:cNvPr id="546" name="Google Shape;546;p25"/>
          <p:cNvCxnSpPr>
            <a:stCxn id="516" idx="6"/>
            <a:endCxn id="545" idx="1"/>
          </p:cNvCxnSpPr>
          <p:nvPr/>
        </p:nvCxnSpPr>
        <p:spPr>
          <a:xfrm flipH="1" rot="10800000">
            <a:off x="1278400" y="1311875"/>
            <a:ext cx="1434900" cy="4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p25"/>
          <p:cNvSpPr/>
          <p:nvPr/>
        </p:nvSpPr>
        <p:spPr>
          <a:xfrm>
            <a:off x="5165900" y="1114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</a:t>
            </a:r>
            <a:endParaRPr/>
          </a:p>
        </p:txBody>
      </p:sp>
      <p:sp>
        <p:nvSpPr>
          <p:cNvPr id="548" name="Google Shape;548;p25"/>
          <p:cNvSpPr/>
          <p:nvPr/>
        </p:nvSpPr>
        <p:spPr>
          <a:xfrm>
            <a:off x="6949725" y="17653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cxnSp>
        <p:nvCxnSpPr>
          <p:cNvPr id="549" name="Google Shape;549;p25"/>
          <p:cNvCxnSpPr>
            <a:stCxn id="545" idx="3"/>
            <a:endCxn id="547" idx="2"/>
          </p:cNvCxnSpPr>
          <p:nvPr/>
        </p:nvCxnSpPr>
        <p:spPr>
          <a:xfrm>
            <a:off x="3107250" y="1311900"/>
            <a:ext cx="205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25"/>
          <p:cNvCxnSpPr>
            <a:stCxn id="547" idx="6"/>
            <a:endCxn id="548" idx="1"/>
          </p:cNvCxnSpPr>
          <p:nvPr/>
        </p:nvCxnSpPr>
        <p:spPr>
          <a:xfrm>
            <a:off x="5559800" y="1311900"/>
            <a:ext cx="1389900" cy="65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25"/>
          <p:cNvCxnSpPr>
            <a:stCxn id="548" idx="3"/>
            <a:endCxn id="535" idx="2"/>
          </p:cNvCxnSpPr>
          <p:nvPr/>
        </p:nvCxnSpPr>
        <p:spPr>
          <a:xfrm>
            <a:off x="7343625" y="1962300"/>
            <a:ext cx="546300" cy="4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2" name="Google Shape;552;p25"/>
          <p:cNvSpPr txBox="1"/>
          <p:nvPr/>
        </p:nvSpPr>
        <p:spPr>
          <a:xfrm>
            <a:off x="5143600" y="1415750"/>
            <a:ext cx="498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6329175" y="2308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</a:t>
            </a:r>
            <a:endParaRPr/>
          </a:p>
        </p:txBody>
      </p:sp>
      <p:cxnSp>
        <p:nvCxnSpPr>
          <p:cNvPr id="553" name="Google Shape;553;p25"/>
          <p:cNvCxnSpPr>
            <a:stCxn id="537" idx="6"/>
            <a:endCxn id="548" idx="1"/>
          </p:cNvCxnSpPr>
          <p:nvPr/>
        </p:nvCxnSpPr>
        <p:spPr>
          <a:xfrm flipH="1" rot="10800000">
            <a:off x="6723075" y="1962275"/>
            <a:ext cx="2268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4" name="Google Shape;554;p25"/>
          <p:cNvSpPr txBox="1"/>
          <p:nvPr/>
        </p:nvSpPr>
        <p:spPr>
          <a:xfrm>
            <a:off x="6325250" y="2623725"/>
            <a:ext cx="4980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42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font&quot;:{&quot;color&quot;:&quot;#000000&quot;,&quot;size&quot;:13,&quot;family&quot;:&quot;Arial&quot;},&quot;type&quot;:&quot;$$&quot;,&quot;backgroundColor&quot;:&quot;#FFFFFF&quot;,&quot;id&quot;:&quot;6&quot;,&quot;aid&quot;:null,&quot;code&quot;:&quot;$$\\frac{df}{da}=?$$&quot;,&quot;backgroundColorModified&quot;:false,&quot;ts&quot;:1708775985327,&quot;cs&quot;:&quot;3AA9zDvyPcFjC9MTzs9l9g==&quot;,&quot;size&quot;:{&quot;width&quot;:58.333333333333336,&quot;height&quot;:42.333333333333336}}" id="555" name="Google Shape;5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100" y="3761000"/>
            <a:ext cx="555625" cy="4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5"/>
          <p:cNvSpPr txBox="1"/>
          <p:nvPr/>
        </p:nvSpPr>
        <p:spPr>
          <a:xfrm>
            <a:off x="3582600" y="304750"/>
            <a:ext cx="350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chemeClr val="dk2"/>
                </a:solidFill>
              </a:rPr>
              <a:t>With Branch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557" name="Google Shape;557;p25"/>
          <p:cNvSpPr txBox="1"/>
          <p:nvPr/>
        </p:nvSpPr>
        <p:spPr>
          <a:xfrm>
            <a:off x="7772300" y="2913825"/>
            <a:ext cx="1167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46.007001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558" name="Google Shape;558;p25"/>
          <p:cNvSpPr txBox="1"/>
          <p:nvPr/>
        </p:nvSpPr>
        <p:spPr>
          <a:xfrm>
            <a:off x="5105300" y="780225"/>
            <a:ext cx="1167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0000"/>
                </a:solidFill>
              </a:rPr>
              <a:t>4</a:t>
            </a:r>
            <a:r>
              <a:rPr lang="zh-TW" sz="1300">
                <a:solidFill>
                  <a:srgbClr val="FF0000"/>
                </a:solidFill>
              </a:rPr>
              <a:t>.004001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descr="{&quot;backgroundColorModified&quot;:false,&quot;font&quot;:{&quot;size&quot;:13,&quot;color&quot;:&quot;#000000&quot;,&quot;family&quot;:&quot;Arial&quot;},&quot;backgroundColor&quot;:&quot;#FFFFFF&quot;,&quot;code&quot;:&quot;$$\\frac{df}{dx}\\cdot\\frac{dx}{da}+\\frac{df}{dv}\\cdot\\frac{dv}{da}=4+3=7$$&quot;,&quot;aid&quot;:null,&quot;id&quot;:&quot;6&quot;,&quot;type&quot;:&quot;$$&quot;,&quot;ts&quot;:1708776660844,&quot;cs&quot;:&quot;RpGSXPxkcP8gXSTFeGZTNQ==&quot;,&quot;size&quot;:{&quot;width&quot;:284.75,&quot;height&quot;:42.25}}" id="559" name="Google Shape;55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300" y="3764400"/>
            <a:ext cx="2712244" cy="4024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0" name="Google Shape;560;p25"/>
          <p:cNvGrpSpPr/>
          <p:nvPr/>
        </p:nvGrpSpPr>
        <p:grpSpPr>
          <a:xfrm>
            <a:off x="838100" y="1694625"/>
            <a:ext cx="8101200" cy="1641600"/>
            <a:chOff x="838100" y="1694625"/>
            <a:chExt cx="8101200" cy="1641600"/>
          </a:xfrm>
        </p:grpSpPr>
        <p:sp>
          <p:nvSpPr>
            <p:cNvPr id="561" name="Google Shape;561;p25"/>
            <p:cNvSpPr txBox="1"/>
            <p:nvPr/>
          </p:nvSpPr>
          <p:spPr>
            <a:xfrm>
              <a:off x="838100" y="1847025"/>
              <a:ext cx="11670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0000"/>
                  </a:solidFill>
                </a:rPr>
                <a:t>2.001</a:t>
              </a:r>
              <a:endParaRPr sz="1300">
                <a:solidFill>
                  <a:srgbClr val="FF0000"/>
                </a:solidFill>
              </a:endParaRPr>
            </a:p>
          </p:txBody>
        </p:sp>
        <p:sp>
          <p:nvSpPr>
            <p:cNvPr id="562" name="Google Shape;562;p25"/>
            <p:cNvSpPr txBox="1"/>
            <p:nvPr/>
          </p:nvSpPr>
          <p:spPr>
            <a:xfrm>
              <a:off x="4419500" y="1694625"/>
              <a:ext cx="11670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0000"/>
                  </a:solidFill>
                </a:rPr>
                <a:t>14</a:t>
              </a:r>
              <a:r>
                <a:rPr lang="zh-TW" sz="1300">
                  <a:solidFill>
                    <a:srgbClr val="FF0000"/>
                  </a:solidFill>
                </a:rPr>
                <a:t>.001</a:t>
              </a:r>
              <a:endParaRPr sz="1300">
                <a:solidFill>
                  <a:srgbClr val="FF0000"/>
                </a:solidFill>
              </a:endParaRPr>
            </a:p>
          </p:txBody>
        </p:sp>
        <p:sp>
          <p:nvSpPr>
            <p:cNvPr id="563" name="Google Shape;563;p25"/>
            <p:cNvSpPr txBox="1"/>
            <p:nvPr/>
          </p:nvSpPr>
          <p:spPr>
            <a:xfrm>
              <a:off x="6172100" y="1999425"/>
              <a:ext cx="11670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0000"/>
                  </a:solidFill>
                </a:rPr>
                <a:t>42</a:t>
              </a:r>
              <a:r>
                <a:rPr lang="zh-TW" sz="1300">
                  <a:solidFill>
                    <a:srgbClr val="FF0000"/>
                  </a:solidFill>
                </a:rPr>
                <a:t>.003</a:t>
              </a:r>
              <a:endParaRPr sz="1300">
                <a:solidFill>
                  <a:srgbClr val="FF0000"/>
                </a:solidFill>
              </a:endParaRPr>
            </a:p>
          </p:txBody>
        </p:sp>
        <p:sp>
          <p:nvSpPr>
            <p:cNvPr id="564" name="Google Shape;564;p25"/>
            <p:cNvSpPr txBox="1"/>
            <p:nvPr/>
          </p:nvSpPr>
          <p:spPr>
            <a:xfrm>
              <a:off x="7772300" y="3142425"/>
              <a:ext cx="1167000" cy="1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0000"/>
                  </a:solidFill>
                </a:rPr>
                <a:t>46.003</a:t>
              </a:r>
              <a:endParaRPr sz="130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6"/>
          <p:cNvSpPr txBox="1"/>
          <p:nvPr/>
        </p:nvSpPr>
        <p:spPr>
          <a:xfrm>
            <a:off x="786900" y="157375"/>
            <a:ext cx="3863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Order is important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2378563" y="1511213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y</a:t>
            </a:r>
            <a:endParaRPr/>
          </a:p>
        </p:txBody>
      </p:sp>
      <p:sp>
        <p:nvSpPr>
          <p:cNvPr id="571" name="Google Shape;571;p26"/>
          <p:cNvSpPr/>
          <p:nvPr/>
        </p:nvSpPr>
        <p:spPr>
          <a:xfrm>
            <a:off x="884500" y="2308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572" name="Google Shape;572;p26"/>
          <p:cNvSpPr/>
          <p:nvPr/>
        </p:nvSpPr>
        <p:spPr>
          <a:xfrm>
            <a:off x="884500" y="3070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573" name="Google Shape;573;p26"/>
          <p:cNvSpPr/>
          <p:nvPr/>
        </p:nvSpPr>
        <p:spPr>
          <a:xfrm>
            <a:off x="1887925" y="2701925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</a:t>
            </a:r>
            <a:endParaRPr/>
          </a:p>
        </p:txBody>
      </p:sp>
      <p:cxnSp>
        <p:nvCxnSpPr>
          <p:cNvPr id="574" name="Google Shape;574;p26"/>
          <p:cNvCxnSpPr>
            <a:stCxn id="571" idx="6"/>
            <a:endCxn id="573" idx="1"/>
          </p:cNvCxnSpPr>
          <p:nvPr/>
        </p:nvCxnSpPr>
        <p:spPr>
          <a:xfrm>
            <a:off x="1278400" y="2504975"/>
            <a:ext cx="60960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26"/>
          <p:cNvCxnSpPr>
            <a:stCxn id="572" idx="5"/>
            <a:endCxn id="573" idx="1"/>
          </p:cNvCxnSpPr>
          <p:nvPr/>
        </p:nvCxnSpPr>
        <p:spPr>
          <a:xfrm flipH="1" rot="10800000">
            <a:off x="1220715" y="2898940"/>
            <a:ext cx="667200" cy="5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26"/>
          <p:cNvCxnSpPr>
            <a:stCxn id="573" idx="3"/>
            <a:endCxn id="577" idx="2"/>
          </p:cNvCxnSpPr>
          <p:nvPr/>
        </p:nvCxnSpPr>
        <p:spPr>
          <a:xfrm flipH="1" rot="10800000">
            <a:off x="2281825" y="2674175"/>
            <a:ext cx="516600" cy="2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26"/>
          <p:cNvSpPr/>
          <p:nvPr/>
        </p:nvSpPr>
        <p:spPr>
          <a:xfrm>
            <a:off x="2798475" y="247707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</a:t>
            </a:r>
            <a:endParaRPr/>
          </a:p>
        </p:txBody>
      </p:sp>
      <p:cxnSp>
        <p:nvCxnSpPr>
          <p:cNvPr id="578" name="Google Shape;578;p26"/>
          <p:cNvCxnSpPr>
            <a:stCxn id="570" idx="6"/>
            <a:endCxn id="579" idx="1"/>
          </p:cNvCxnSpPr>
          <p:nvPr/>
        </p:nvCxnSpPr>
        <p:spPr>
          <a:xfrm>
            <a:off x="2772463" y="1708163"/>
            <a:ext cx="8883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9" name="Google Shape;579;p26"/>
          <p:cNvSpPr/>
          <p:nvPr/>
        </p:nvSpPr>
        <p:spPr>
          <a:xfrm>
            <a:off x="3660675" y="2011625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cxnSp>
        <p:nvCxnSpPr>
          <p:cNvPr id="580" name="Google Shape;580;p26"/>
          <p:cNvCxnSpPr>
            <a:stCxn id="577" idx="6"/>
            <a:endCxn id="579" idx="1"/>
          </p:cNvCxnSpPr>
          <p:nvPr/>
        </p:nvCxnSpPr>
        <p:spPr>
          <a:xfrm flipH="1" rot="10800000">
            <a:off x="3192375" y="2208725"/>
            <a:ext cx="468300" cy="4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" name="Google Shape;581;p26"/>
          <p:cNvSpPr/>
          <p:nvPr/>
        </p:nvSpPr>
        <p:spPr>
          <a:xfrm>
            <a:off x="4482025" y="20116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</a:t>
            </a:r>
            <a:endParaRPr/>
          </a:p>
        </p:txBody>
      </p:sp>
      <p:cxnSp>
        <p:nvCxnSpPr>
          <p:cNvPr id="582" name="Google Shape;582;p26"/>
          <p:cNvCxnSpPr>
            <a:stCxn id="579" idx="3"/>
            <a:endCxn id="581" idx="2"/>
          </p:cNvCxnSpPr>
          <p:nvPr/>
        </p:nvCxnSpPr>
        <p:spPr>
          <a:xfrm>
            <a:off x="4054575" y="2208575"/>
            <a:ext cx="42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26"/>
          <p:cNvSpPr/>
          <p:nvPr/>
        </p:nvSpPr>
        <p:spPr>
          <a:xfrm>
            <a:off x="4482025" y="2898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5574650" y="237480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</a:t>
            </a:r>
            <a:endParaRPr/>
          </a:p>
        </p:txBody>
      </p:sp>
      <p:cxnSp>
        <p:nvCxnSpPr>
          <p:cNvPr id="585" name="Google Shape;585;p26"/>
          <p:cNvCxnSpPr>
            <a:stCxn id="581" idx="6"/>
            <a:endCxn id="584" idx="1"/>
          </p:cNvCxnSpPr>
          <p:nvPr/>
        </p:nvCxnSpPr>
        <p:spPr>
          <a:xfrm>
            <a:off x="4875925" y="2208575"/>
            <a:ext cx="698700" cy="3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p26"/>
          <p:cNvCxnSpPr>
            <a:stCxn id="583" idx="6"/>
            <a:endCxn id="584" idx="1"/>
          </p:cNvCxnSpPr>
          <p:nvPr/>
        </p:nvCxnSpPr>
        <p:spPr>
          <a:xfrm flipH="1" rot="10800000">
            <a:off x="4875925" y="2571800"/>
            <a:ext cx="6987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26"/>
          <p:cNvSpPr/>
          <p:nvPr/>
        </p:nvSpPr>
        <p:spPr>
          <a:xfrm>
            <a:off x="7890050" y="219327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</a:t>
            </a:r>
            <a:endParaRPr/>
          </a:p>
        </p:txBody>
      </p:sp>
      <p:cxnSp>
        <p:nvCxnSpPr>
          <p:cNvPr id="588" name="Google Shape;588;p26"/>
          <p:cNvCxnSpPr>
            <a:stCxn id="584" idx="3"/>
            <a:endCxn id="589" idx="2"/>
          </p:cNvCxnSpPr>
          <p:nvPr/>
        </p:nvCxnSpPr>
        <p:spPr>
          <a:xfrm flipH="1" rot="10800000">
            <a:off x="5968550" y="2504850"/>
            <a:ext cx="360600" cy="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0" name="Google Shape;590;p26"/>
          <p:cNvSpPr txBox="1"/>
          <p:nvPr/>
        </p:nvSpPr>
        <p:spPr>
          <a:xfrm>
            <a:off x="483125" y="1568325"/>
            <a:ext cx="275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1" name="Google Shape;591;p26"/>
          <p:cNvSpPr txBox="1"/>
          <p:nvPr/>
        </p:nvSpPr>
        <p:spPr>
          <a:xfrm>
            <a:off x="483125" y="2330325"/>
            <a:ext cx="275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2" name="Google Shape;592;p26"/>
          <p:cNvSpPr txBox="1"/>
          <p:nvPr/>
        </p:nvSpPr>
        <p:spPr>
          <a:xfrm>
            <a:off x="483125" y="3092325"/>
            <a:ext cx="275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3457800" y="11149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^2</a:t>
            </a:r>
            <a:endParaRPr/>
          </a:p>
        </p:txBody>
      </p:sp>
      <p:cxnSp>
        <p:nvCxnSpPr>
          <p:cNvPr id="594" name="Google Shape;594;p26"/>
          <p:cNvCxnSpPr>
            <a:stCxn id="570" idx="6"/>
            <a:endCxn id="593" idx="1"/>
          </p:cNvCxnSpPr>
          <p:nvPr/>
        </p:nvCxnSpPr>
        <p:spPr>
          <a:xfrm flipH="1" rot="10800000">
            <a:off x="2772463" y="1311863"/>
            <a:ext cx="685200" cy="39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5" name="Google Shape;595;p26"/>
          <p:cNvSpPr/>
          <p:nvPr/>
        </p:nvSpPr>
        <p:spPr>
          <a:xfrm>
            <a:off x="5165900" y="1114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</a:t>
            </a:r>
            <a:endParaRPr/>
          </a:p>
        </p:txBody>
      </p:sp>
      <p:sp>
        <p:nvSpPr>
          <p:cNvPr id="596" name="Google Shape;596;p26"/>
          <p:cNvSpPr/>
          <p:nvPr/>
        </p:nvSpPr>
        <p:spPr>
          <a:xfrm>
            <a:off x="6949725" y="17653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cxnSp>
        <p:nvCxnSpPr>
          <p:cNvPr id="597" name="Google Shape;597;p26"/>
          <p:cNvCxnSpPr>
            <a:stCxn id="593" idx="3"/>
            <a:endCxn id="595" idx="2"/>
          </p:cNvCxnSpPr>
          <p:nvPr/>
        </p:nvCxnSpPr>
        <p:spPr>
          <a:xfrm>
            <a:off x="3851700" y="1311900"/>
            <a:ext cx="13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26"/>
          <p:cNvCxnSpPr>
            <a:stCxn id="595" idx="6"/>
            <a:endCxn id="596" idx="1"/>
          </p:cNvCxnSpPr>
          <p:nvPr/>
        </p:nvCxnSpPr>
        <p:spPr>
          <a:xfrm>
            <a:off x="5559800" y="1311900"/>
            <a:ext cx="1389900" cy="65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9" name="Google Shape;599;p26"/>
          <p:cNvCxnSpPr>
            <a:stCxn id="596" idx="3"/>
            <a:endCxn id="587" idx="2"/>
          </p:cNvCxnSpPr>
          <p:nvPr/>
        </p:nvCxnSpPr>
        <p:spPr>
          <a:xfrm>
            <a:off x="7343625" y="1962300"/>
            <a:ext cx="546300" cy="4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26"/>
          <p:cNvSpPr/>
          <p:nvPr/>
        </p:nvSpPr>
        <p:spPr>
          <a:xfrm>
            <a:off x="6329175" y="2308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</a:t>
            </a:r>
            <a:endParaRPr/>
          </a:p>
        </p:txBody>
      </p:sp>
      <p:cxnSp>
        <p:nvCxnSpPr>
          <p:cNvPr id="600" name="Google Shape;600;p26"/>
          <p:cNvCxnSpPr>
            <a:stCxn id="589" idx="6"/>
            <a:endCxn id="596" idx="1"/>
          </p:cNvCxnSpPr>
          <p:nvPr/>
        </p:nvCxnSpPr>
        <p:spPr>
          <a:xfrm flipH="1" rot="10800000">
            <a:off x="6723075" y="1962275"/>
            <a:ext cx="2268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backgroundColorModified&quot;:false,&quot;backgroundColor&quot;:&quot;#FFFFFF&quot;,&quot;id&quot;:&quot;7&quot;,&quot;code&quot;:&quot;$$\\frac{df}{df}\\cdot1$$&quot;,&quot;type&quot;:&quot;$$&quot;,&quot;font&quot;:{&quot;color&quot;:&quot;#000000&quot;,&quot;size&quot;:12,&quot;family&quot;:&quot;Arial&quot;},&quot;aid&quot;:null,&quot;ts&quot;:1725498801757,&quot;cs&quot;:&quot;Lqc7ZVIboKGjqAxJZSFhGA==&quot;,&quot;size&quot;:{&quot;width&quot;:47.833333333333336,&quot;height&quot;:42.666666666666664}}" id="601" name="Google Shape;6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300" y="956121"/>
            <a:ext cx="455613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frac{df}{df}$$&quot;,&quot;aid&quot;:null,&quot;font&quot;:{&quot;color&quot;:&quot;#000000&quot;,&quot;size&quot;:12,&quot;family&quot;:&quot;Arial&quot;},&quot;id&quot;:&quot;7&quot;,&quot;type&quot;:&quot;$$&quot;,&quot;backgroundColorModified&quot;:false,&quot;ts&quot;:1725498740095,&quot;cs&quot;:&quot;COyNr4WwTEVzQks65La1Uw==&quot;,&quot;size&quot;:{&quot;width&quot;:24,&quot;height&quot;:42.666666666666664}}" id="602" name="Google Shape;60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5600" y="888513"/>
            <a:ext cx="2286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frac{df}{df}$$&quot;,&quot;aid&quot;:null,&quot;font&quot;:{&quot;color&quot;:&quot;#000000&quot;,&quot;size&quot;:12,&quot;family&quot;:&quot;Arial&quot;},&quot;id&quot;:&quot;7&quot;,&quot;type&quot;:&quot;$$&quot;,&quot;backgroundColorModified&quot;:false,&quot;ts&quot;:1725498740095,&quot;cs&quot;:&quot;COyNr4WwTEVzQks65La1Uw==&quot;,&quot;size&quot;:{&quot;width&quot;:24,&quot;height&quot;:42.666666666666664}}" id="603" name="Google Shape;60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9675" y="1757625"/>
            <a:ext cx="2286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frac{df}{df}\\cdot\\left(2\\cdot y\\right)$$&quot;,&quot;font&quot;:{&quot;size&quot;:12,&quot;color&quot;:&quot;#000000&quot;,&quot;family&quot;:&quot;Arial&quot;},&quot;id&quot;:&quot;7&quot;,&quot;type&quot;:&quot;$$&quot;,&quot;backgroundColorModified&quot;:false,&quot;aid&quot;:null,&quot;backgroundColor&quot;:&quot;#FFFFFF&quot;,&quot;ts&quot;:1752607622006,&quot;cs&quot;:&quot;pZB2htHQ+Sogra19M6JCJg==&quot;,&quot;size&quot;:{&quot;width&quot;:84.83333333333333,&quot;height&quot;:42.666666666666664}}" id="604" name="Google Shape;60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1250" y="1161936"/>
            <a:ext cx="808038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frac{df}{df}$$&quot;,&quot;aid&quot;:null,&quot;font&quot;:{&quot;color&quot;:&quot;#000000&quot;,&quot;size&quot;:12,&quot;family&quot;:&quot;Arial&quot;},&quot;id&quot;:&quot;7&quot;,&quot;type&quot;:&quot;$$&quot;,&quot;backgroundColorModified&quot;:false,&quot;ts&quot;:1725498740095,&quot;cs&quot;:&quot;COyNr4WwTEVzQks65La1Uw==&quot;,&quot;size&quot;:{&quot;width&quot;:24,&quot;height&quot;:42.666666666666664}}" id="605" name="Google Shape;60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6525" y="2368550"/>
            <a:ext cx="2286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frac{df}{df}$$&quot;,&quot;aid&quot;:null,&quot;font&quot;:{&quot;color&quot;:&quot;#000000&quot;,&quot;size&quot;:12,&quot;family&quot;:&quot;Arial&quot;},&quot;id&quot;:&quot;7&quot;,&quot;type&quot;:&quot;$$&quot;,&quot;backgroundColorModified&quot;:false,&quot;ts&quot;:1725498740095,&quot;cs&quot;:&quot;COyNr4WwTEVzQks65La1Uw==&quot;,&quot;size&quot;:{&quot;width&quot;:24,&quot;height&quot;:42.666666666666664}}" id="606" name="Google Shape;6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4563" y="2583325"/>
            <a:ext cx="22860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frac{df}{df}\\cdot\\left(3\\right)$$&quot;,&quot;id&quot;:&quot;7&quot;,&quot;backgroundColor&quot;:&quot;#FFFFFF&quot;,&quot;type&quot;:&quot;$$&quot;,&quot;aid&quot;:null,&quot;backgroundColorModified&quot;:false,&quot;font&quot;:{&quot;family&quot;:&quot;Arial&quot;,&quot;size&quot;:12,&quot;color&quot;:&quot;#000000&quot;},&quot;ts&quot;:1725498913880,&quot;cs&quot;:&quot;JWG7OZ+7hwh6Zz6P2Lt5Pw==&quot;,&quot;size&quot;:{&quot;width&quot;:62,&quot;height&quot;:42.666666666666664}}" id="607" name="Google Shape;60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7975" y="1661242"/>
            <a:ext cx="590550" cy="40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frac{df}{df}\\cdot\\left(3\\right)$$&quot;,&quot;id&quot;:&quot;7&quot;,&quot;backgroundColor&quot;:&quot;#FFFFFF&quot;,&quot;type&quot;:&quot;$$&quot;,&quot;aid&quot;:null,&quot;backgroundColorModified&quot;:false,&quot;font&quot;:{&quot;family&quot;:&quot;Arial&quot;,&quot;size&quot;:12,&quot;color&quot;:&quot;#000000&quot;},&quot;ts&quot;:1725498913880,&quot;cs&quot;:&quot;JWG7OZ+7hwh6Zz6P2Lt5Pw==&quot;,&quot;size&quot;:{&quot;width&quot;:62,&quot;height&quot;:42.666666666666664}}" id="608" name="Google Shape;60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87913" y="1756979"/>
            <a:ext cx="59055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26"/>
          <p:cNvSpPr/>
          <p:nvPr/>
        </p:nvSpPr>
        <p:spPr>
          <a:xfrm>
            <a:off x="884425" y="1513613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</a:t>
            </a:r>
            <a:endParaRPr/>
          </a:p>
        </p:txBody>
      </p:sp>
      <p:pic>
        <p:nvPicPr>
          <p:cNvPr descr="{&quot;backgroundColorModified&quot;:false,&quot;aid&quot;:null,&quot;font&quot;:{&quot;size&quot;:12,&quot;family&quot;:&quot;Arial&quot;,&quot;color&quot;:&quot;#000000&quot;},&quot;backgroundColor&quot;:&quot;#FFFFFF&quot;,&quot;id&quot;:&quot;7&quot;,&quot;code&quot;:&quot;$$\\frac{df}{df}\\cdot\\left(2\\cdot y\\right)\\left(2\\cdot a\\right)$$&quot;,&quot;type&quot;:&quot;$$&quot;,&quot;ts&quot;:1752607653032,&quot;cs&quot;:&quot;qdduBVPG4D79VavJ3X/25Q==&quot;,&quot;size&quot;:{&quot;width&quot;:135.33333333333334,&quot;height&quot;:42.666666666666664}}" id="610" name="Google Shape;610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150" y="913185"/>
            <a:ext cx="128905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26"/>
          <p:cNvSpPr/>
          <p:nvPr/>
        </p:nvSpPr>
        <p:spPr>
          <a:xfrm>
            <a:off x="1464163" y="1513613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^2</a:t>
            </a:r>
            <a:endParaRPr/>
          </a:p>
        </p:txBody>
      </p:sp>
      <p:cxnSp>
        <p:nvCxnSpPr>
          <p:cNvPr id="612" name="Google Shape;612;p26"/>
          <p:cNvCxnSpPr>
            <a:stCxn id="609" idx="6"/>
            <a:endCxn id="611" idx="1"/>
          </p:cNvCxnSpPr>
          <p:nvPr/>
        </p:nvCxnSpPr>
        <p:spPr>
          <a:xfrm>
            <a:off x="1278325" y="1710563"/>
            <a:ext cx="18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26"/>
          <p:cNvCxnSpPr>
            <a:stCxn id="611" idx="3"/>
            <a:endCxn id="570" idx="2"/>
          </p:cNvCxnSpPr>
          <p:nvPr/>
        </p:nvCxnSpPr>
        <p:spPr>
          <a:xfrm flipH="1" rot="10800000">
            <a:off x="1858063" y="1708163"/>
            <a:ext cx="5205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26"/>
          <p:cNvGrpSpPr/>
          <p:nvPr/>
        </p:nvGrpSpPr>
        <p:grpSpPr>
          <a:xfrm>
            <a:off x="1151750" y="1502275"/>
            <a:ext cx="7275375" cy="2633000"/>
            <a:chOff x="1151750" y="1502275"/>
            <a:chExt cx="7275375" cy="2633000"/>
          </a:xfrm>
        </p:grpSpPr>
        <p:sp>
          <p:nvSpPr>
            <p:cNvPr id="615" name="Google Shape;615;p26"/>
            <p:cNvSpPr/>
            <p:nvPr/>
          </p:nvSpPr>
          <p:spPr>
            <a:xfrm>
              <a:off x="1151750" y="1502275"/>
              <a:ext cx="468300" cy="4653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6"/>
            <p:cNvSpPr txBox="1"/>
            <p:nvPr/>
          </p:nvSpPr>
          <p:spPr>
            <a:xfrm>
              <a:off x="1788425" y="3741375"/>
              <a:ext cx="6638700" cy="39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This path is visited twice….. How should we deal with it?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617" name="Google Shape;617;p26"/>
            <p:cNvCxnSpPr>
              <a:stCxn id="616" idx="1"/>
              <a:endCxn id="615" idx="4"/>
            </p:cNvCxnSpPr>
            <p:nvPr/>
          </p:nvCxnSpPr>
          <p:spPr>
            <a:xfrm rot="10800000">
              <a:off x="1385825" y="1967625"/>
              <a:ext cx="402600" cy="1970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7"/>
          <p:cNvSpPr txBox="1"/>
          <p:nvPr/>
        </p:nvSpPr>
        <p:spPr>
          <a:xfrm>
            <a:off x="786900" y="157375"/>
            <a:ext cx="3863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We should change the visit order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3" name="Google Shape;623;p27"/>
          <p:cNvSpPr/>
          <p:nvPr/>
        </p:nvSpPr>
        <p:spPr>
          <a:xfrm>
            <a:off x="2378563" y="1511213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</a:t>
            </a:r>
            <a:endParaRPr/>
          </a:p>
        </p:txBody>
      </p:sp>
      <p:sp>
        <p:nvSpPr>
          <p:cNvPr id="624" name="Google Shape;624;p27"/>
          <p:cNvSpPr/>
          <p:nvPr/>
        </p:nvSpPr>
        <p:spPr>
          <a:xfrm>
            <a:off x="884500" y="2308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884500" y="3070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1887925" y="2701925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</a:t>
            </a:r>
            <a:endParaRPr/>
          </a:p>
        </p:txBody>
      </p:sp>
      <p:cxnSp>
        <p:nvCxnSpPr>
          <p:cNvPr id="627" name="Google Shape;627;p27"/>
          <p:cNvCxnSpPr>
            <a:stCxn id="624" idx="6"/>
            <a:endCxn id="626" idx="1"/>
          </p:cNvCxnSpPr>
          <p:nvPr/>
        </p:nvCxnSpPr>
        <p:spPr>
          <a:xfrm>
            <a:off x="1278400" y="2504975"/>
            <a:ext cx="60960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27"/>
          <p:cNvCxnSpPr>
            <a:stCxn id="625" idx="5"/>
            <a:endCxn id="626" idx="1"/>
          </p:cNvCxnSpPr>
          <p:nvPr/>
        </p:nvCxnSpPr>
        <p:spPr>
          <a:xfrm flipH="1" rot="10800000">
            <a:off x="1220715" y="2898940"/>
            <a:ext cx="667200" cy="5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9" name="Google Shape;629;p27"/>
          <p:cNvCxnSpPr>
            <a:stCxn id="626" idx="3"/>
            <a:endCxn id="630" idx="2"/>
          </p:cNvCxnSpPr>
          <p:nvPr/>
        </p:nvCxnSpPr>
        <p:spPr>
          <a:xfrm flipH="1" rot="10800000">
            <a:off x="2281825" y="2674175"/>
            <a:ext cx="516600" cy="2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0" name="Google Shape;630;p27"/>
          <p:cNvSpPr/>
          <p:nvPr/>
        </p:nvSpPr>
        <p:spPr>
          <a:xfrm>
            <a:off x="2798475" y="247707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</a:t>
            </a:r>
            <a:endParaRPr/>
          </a:p>
        </p:txBody>
      </p:sp>
      <p:cxnSp>
        <p:nvCxnSpPr>
          <p:cNvPr id="631" name="Google Shape;631;p27"/>
          <p:cNvCxnSpPr>
            <a:stCxn id="623" idx="6"/>
            <a:endCxn id="632" idx="1"/>
          </p:cNvCxnSpPr>
          <p:nvPr/>
        </p:nvCxnSpPr>
        <p:spPr>
          <a:xfrm>
            <a:off x="2772463" y="1708163"/>
            <a:ext cx="8883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2" name="Google Shape;632;p27"/>
          <p:cNvSpPr/>
          <p:nvPr/>
        </p:nvSpPr>
        <p:spPr>
          <a:xfrm>
            <a:off x="3660675" y="2011625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cxnSp>
        <p:nvCxnSpPr>
          <p:cNvPr id="633" name="Google Shape;633;p27"/>
          <p:cNvCxnSpPr>
            <a:stCxn id="630" idx="6"/>
            <a:endCxn id="632" idx="1"/>
          </p:cNvCxnSpPr>
          <p:nvPr/>
        </p:nvCxnSpPr>
        <p:spPr>
          <a:xfrm flipH="1" rot="10800000">
            <a:off x="3192375" y="2208725"/>
            <a:ext cx="468300" cy="4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27"/>
          <p:cNvSpPr/>
          <p:nvPr/>
        </p:nvSpPr>
        <p:spPr>
          <a:xfrm>
            <a:off x="4482025" y="20116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</a:t>
            </a:r>
            <a:endParaRPr/>
          </a:p>
        </p:txBody>
      </p:sp>
      <p:cxnSp>
        <p:nvCxnSpPr>
          <p:cNvPr id="635" name="Google Shape;635;p27"/>
          <p:cNvCxnSpPr>
            <a:stCxn id="632" idx="3"/>
            <a:endCxn id="634" idx="2"/>
          </p:cNvCxnSpPr>
          <p:nvPr/>
        </p:nvCxnSpPr>
        <p:spPr>
          <a:xfrm>
            <a:off x="4054575" y="2208575"/>
            <a:ext cx="42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27"/>
          <p:cNvSpPr/>
          <p:nvPr/>
        </p:nvSpPr>
        <p:spPr>
          <a:xfrm>
            <a:off x="4482025" y="2898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5574650" y="237480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</a:t>
            </a:r>
            <a:endParaRPr/>
          </a:p>
        </p:txBody>
      </p:sp>
      <p:cxnSp>
        <p:nvCxnSpPr>
          <p:cNvPr id="638" name="Google Shape;638;p27"/>
          <p:cNvCxnSpPr>
            <a:stCxn id="634" idx="6"/>
            <a:endCxn id="637" idx="1"/>
          </p:cNvCxnSpPr>
          <p:nvPr/>
        </p:nvCxnSpPr>
        <p:spPr>
          <a:xfrm>
            <a:off x="4875925" y="2208575"/>
            <a:ext cx="698700" cy="3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27"/>
          <p:cNvCxnSpPr>
            <a:stCxn id="636" idx="6"/>
            <a:endCxn id="637" idx="1"/>
          </p:cNvCxnSpPr>
          <p:nvPr/>
        </p:nvCxnSpPr>
        <p:spPr>
          <a:xfrm flipH="1" rot="10800000">
            <a:off x="4875925" y="2571800"/>
            <a:ext cx="6987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0" name="Google Shape;640;p27"/>
          <p:cNvSpPr/>
          <p:nvPr/>
        </p:nvSpPr>
        <p:spPr>
          <a:xfrm>
            <a:off x="7890050" y="219327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</a:t>
            </a:r>
            <a:endParaRPr/>
          </a:p>
        </p:txBody>
      </p:sp>
      <p:cxnSp>
        <p:nvCxnSpPr>
          <p:cNvPr id="641" name="Google Shape;641;p27"/>
          <p:cNvCxnSpPr>
            <a:stCxn id="637" idx="3"/>
            <a:endCxn id="642" idx="2"/>
          </p:cNvCxnSpPr>
          <p:nvPr/>
        </p:nvCxnSpPr>
        <p:spPr>
          <a:xfrm flipH="1" rot="10800000">
            <a:off x="5968550" y="2504850"/>
            <a:ext cx="360600" cy="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3" name="Google Shape;643;p27"/>
          <p:cNvSpPr txBox="1"/>
          <p:nvPr/>
        </p:nvSpPr>
        <p:spPr>
          <a:xfrm>
            <a:off x="483125" y="1568325"/>
            <a:ext cx="275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4" name="Google Shape;644;p27"/>
          <p:cNvSpPr txBox="1"/>
          <p:nvPr/>
        </p:nvSpPr>
        <p:spPr>
          <a:xfrm>
            <a:off x="483125" y="2330325"/>
            <a:ext cx="275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5" name="Google Shape;645;p27"/>
          <p:cNvSpPr txBox="1"/>
          <p:nvPr/>
        </p:nvSpPr>
        <p:spPr>
          <a:xfrm>
            <a:off x="483125" y="3092325"/>
            <a:ext cx="2751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6" name="Google Shape;646;p27"/>
          <p:cNvSpPr/>
          <p:nvPr/>
        </p:nvSpPr>
        <p:spPr>
          <a:xfrm>
            <a:off x="3457800" y="11149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^2</a:t>
            </a:r>
            <a:endParaRPr/>
          </a:p>
        </p:txBody>
      </p:sp>
      <p:cxnSp>
        <p:nvCxnSpPr>
          <p:cNvPr id="647" name="Google Shape;647;p27"/>
          <p:cNvCxnSpPr>
            <a:stCxn id="623" idx="6"/>
            <a:endCxn id="646" idx="1"/>
          </p:cNvCxnSpPr>
          <p:nvPr/>
        </p:nvCxnSpPr>
        <p:spPr>
          <a:xfrm flipH="1" rot="10800000">
            <a:off x="2772463" y="1311863"/>
            <a:ext cx="685200" cy="39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8" name="Google Shape;648;p27"/>
          <p:cNvSpPr/>
          <p:nvPr/>
        </p:nvSpPr>
        <p:spPr>
          <a:xfrm>
            <a:off x="5165900" y="1114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</a:t>
            </a:r>
            <a:endParaRPr/>
          </a:p>
        </p:txBody>
      </p:sp>
      <p:sp>
        <p:nvSpPr>
          <p:cNvPr id="649" name="Google Shape;649;p27"/>
          <p:cNvSpPr/>
          <p:nvPr/>
        </p:nvSpPr>
        <p:spPr>
          <a:xfrm>
            <a:off x="6949725" y="17653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cxnSp>
        <p:nvCxnSpPr>
          <p:cNvPr id="650" name="Google Shape;650;p27"/>
          <p:cNvCxnSpPr>
            <a:stCxn id="646" idx="3"/>
            <a:endCxn id="648" idx="2"/>
          </p:cNvCxnSpPr>
          <p:nvPr/>
        </p:nvCxnSpPr>
        <p:spPr>
          <a:xfrm>
            <a:off x="3851700" y="1311900"/>
            <a:ext cx="13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27"/>
          <p:cNvCxnSpPr>
            <a:stCxn id="648" idx="6"/>
            <a:endCxn id="649" idx="1"/>
          </p:cNvCxnSpPr>
          <p:nvPr/>
        </p:nvCxnSpPr>
        <p:spPr>
          <a:xfrm>
            <a:off x="5559800" y="1311900"/>
            <a:ext cx="1389900" cy="65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2" name="Google Shape;652;p27"/>
          <p:cNvCxnSpPr>
            <a:stCxn id="649" idx="3"/>
            <a:endCxn id="640" idx="2"/>
          </p:cNvCxnSpPr>
          <p:nvPr/>
        </p:nvCxnSpPr>
        <p:spPr>
          <a:xfrm>
            <a:off x="7343625" y="1962300"/>
            <a:ext cx="546300" cy="4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2" name="Google Shape;642;p27"/>
          <p:cNvSpPr/>
          <p:nvPr/>
        </p:nvSpPr>
        <p:spPr>
          <a:xfrm>
            <a:off x="6329175" y="2308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</a:t>
            </a:r>
            <a:endParaRPr/>
          </a:p>
        </p:txBody>
      </p:sp>
      <p:cxnSp>
        <p:nvCxnSpPr>
          <p:cNvPr id="653" name="Google Shape;653;p27"/>
          <p:cNvCxnSpPr>
            <a:stCxn id="642" idx="6"/>
            <a:endCxn id="649" idx="1"/>
          </p:cNvCxnSpPr>
          <p:nvPr/>
        </p:nvCxnSpPr>
        <p:spPr>
          <a:xfrm flipH="1" rot="10800000">
            <a:off x="6723075" y="1962275"/>
            <a:ext cx="2268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backgroundColor&quot;:&quot;#FFFFFF&quot;,&quot;code&quot;:&quot;$$\\frac{df}{df}$$&quot;,&quot;aid&quot;:null,&quot;font&quot;:{&quot;color&quot;:&quot;#000000&quot;,&quot;size&quot;:12,&quot;family&quot;:&quot;Arial&quot;},&quot;id&quot;:&quot;7&quot;,&quot;type&quot;:&quot;$$&quot;,&quot;backgroundColorModified&quot;:false,&quot;ts&quot;:1725498740095,&quot;cs&quot;:&quot;COyNr4WwTEVzQks65La1Uw==&quot;,&quot;size&quot;:{&quot;width&quot;:24,&quot;height&quot;:42.666666666666664}}" id="654" name="Google Shape;6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3250" y="1661250"/>
            <a:ext cx="22860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7"/>
          <p:cNvSpPr/>
          <p:nvPr/>
        </p:nvSpPr>
        <p:spPr>
          <a:xfrm>
            <a:off x="884425" y="1513613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656" name="Google Shape;656;p27"/>
          <p:cNvSpPr/>
          <p:nvPr/>
        </p:nvSpPr>
        <p:spPr>
          <a:xfrm>
            <a:off x="1670463" y="151360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^2</a:t>
            </a:r>
            <a:endParaRPr/>
          </a:p>
        </p:txBody>
      </p:sp>
      <p:cxnSp>
        <p:nvCxnSpPr>
          <p:cNvPr id="657" name="Google Shape;657;p27"/>
          <p:cNvCxnSpPr>
            <a:stCxn id="655" idx="6"/>
            <a:endCxn id="656" idx="1"/>
          </p:cNvCxnSpPr>
          <p:nvPr/>
        </p:nvCxnSpPr>
        <p:spPr>
          <a:xfrm>
            <a:off x="1278325" y="1710563"/>
            <a:ext cx="39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8" name="Google Shape;658;p27"/>
          <p:cNvCxnSpPr>
            <a:stCxn id="656" idx="3"/>
            <a:endCxn id="623" idx="2"/>
          </p:cNvCxnSpPr>
          <p:nvPr/>
        </p:nvCxnSpPr>
        <p:spPr>
          <a:xfrm flipH="1" rot="10800000">
            <a:off x="2064363" y="1708150"/>
            <a:ext cx="31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59" name="Google Shape;659;p27"/>
          <p:cNvGrpSpPr/>
          <p:nvPr/>
        </p:nvGrpSpPr>
        <p:grpSpPr>
          <a:xfrm>
            <a:off x="5135038" y="655671"/>
            <a:ext cx="2149188" cy="2519429"/>
            <a:chOff x="5135038" y="655671"/>
            <a:chExt cx="2149188" cy="2519429"/>
          </a:xfrm>
        </p:grpSpPr>
        <p:pic>
          <p:nvPicPr>
            <p:cNvPr descr="{&quot;backgroundColorModified&quot;:false,&quot;backgroundColor&quot;:&quot;#FFFFFF&quot;,&quot;id&quot;:&quot;7&quot;,&quot;code&quot;:&quot;$$\\frac{df}{df}\\cdot1$$&quot;,&quot;type&quot;:&quot;$$&quot;,&quot;font&quot;:{&quot;color&quot;:&quot;#000000&quot;,&quot;size&quot;:12,&quot;family&quot;:&quot;Arial&quot;},&quot;aid&quot;:null,&quot;ts&quot;:1725498801757,&quot;cs&quot;:&quot;Lqc7ZVIboKGjqAxJZSFhGA==&quot;,&quot;size&quot;:{&quot;width&quot;:47.833333333333336,&quot;height&quot;:42.666666666666664}}" id="660" name="Google Shape;660;p2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35038" y="655671"/>
              <a:ext cx="455613" cy="40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{&quot;backgroundColor&quot;:&quot;#FFFFFF&quot;,&quot;code&quot;:&quot;$$\\frac{df}{df}$$&quot;,&quot;aid&quot;:null,&quot;font&quot;:{&quot;color&quot;:&quot;#000000&quot;,&quot;size&quot;:12,&quot;family&quot;:&quot;Arial&quot;},&quot;id&quot;:&quot;7&quot;,&quot;type&quot;:&quot;$$&quot;,&quot;backgroundColorModified&quot;:false,&quot;ts&quot;:1725498740095,&quot;cs&quot;:&quot;COyNr4WwTEVzQks65La1Uw==&quot;,&quot;size&quot;:{&quot;width&quot;:24,&quot;height&quot;:42.666666666666664}}" id="661" name="Google Shape;661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11825" y="2768700"/>
              <a:ext cx="228600" cy="40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2" name="Google Shape;662;p27"/>
            <p:cNvSpPr txBox="1"/>
            <p:nvPr/>
          </p:nvSpPr>
          <p:spPr>
            <a:xfrm>
              <a:off x="7009125" y="1468450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9900"/>
                  </a:solidFill>
                </a:rPr>
                <a:t>3</a:t>
              </a:r>
              <a:endParaRPr sz="1300">
                <a:solidFill>
                  <a:srgbClr val="FF9900"/>
                </a:solidFill>
              </a:endParaRPr>
            </a:p>
          </p:txBody>
        </p:sp>
      </p:grpSp>
      <p:grpSp>
        <p:nvGrpSpPr>
          <p:cNvPr id="663" name="Google Shape;663;p27"/>
          <p:cNvGrpSpPr/>
          <p:nvPr/>
        </p:nvGrpSpPr>
        <p:grpSpPr>
          <a:xfrm>
            <a:off x="4368875" y="1557042"/>
            <a:ext cx="1557025" cy="746433"/>
            <a:chOff x="4368875" y="1557042"/>
            <a:chExt cx="1557025" cy="746433"/>
          </a:xfrm>
        </p:grpSpPr>
        <p:pic>
          <p:nvPicPr>
            <p:cNvPr descr="{&quot;code&quot;:&quot;$$\\frac{df}{df}\\cdot\\left(3\\right)$$&quot;,&quot;id&quot;:&quot;7&quot;,&quot;backgroundColor&quot;:&quot;#FFFFFF&quot;,&quot;type&quot;:&quot;$$&quot;,&quot;aid&quot;:null,&quot;backgroundColorModified&quot;:false,&quot;font&quot;:{&quot;family&quot;:&quot;Arial&quot;,&quot;size&quot;:12,&quot;color&quot;:&quot;#000000&quot;},&quot;ts&quot;:1725498913880,&quot;cs&quot;:&quot;JWG7OZ+7hwh6Zz6P2Lt5Pw==&quot;,&quot;size&quot;:{&quot;width&quot;:62,&quot;height&quot;:42.666666666666664}}" id="664" name="Google Shape;664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368875" y="1557042"/>
              <a:ext cx="590550" cy="40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p27"/>
            <p:cNvSpPr txBox="1"/>
            <p:nvPr/>
          </p:nvSpPr>
          <p:spPr>
            <a:xfrm>
              <a:off x="5650800" y="206377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9900"/>
                  </a:solidFill>
                </a:rPr>
                <a:t>2</a:t>
              </a:r>
              <a:endParaRPr sz="1300">
                <a:solidFill>
                  <a:srgbClr val="FF9900"/>
                </a:solidFill>
              </a:endParaRPr>
            </a:p>
          </p:txBody>
        </p:sp>
      </p:grpSp>
      <p:grpSp>
        <p:nvGrpSpPr>
          <p:cNvPr id="666" name="Google Shape;666;p27"/>
          <p:cNvGrpSpPr/>
          <p:nvPr/>
        </p:nvGrpSpPr>
        <p:grpSpPr>
          <a:xfrm>
            <a:off x="2331150" y="844575"/>
            <a:ext cx="1618488" cy="1469354"/>
            <a:chOff x="2331150" y="844575"/>
            <a:chExt cx="1618488" cy="1469354"/>
          </a:xfrm>
        </p:grpSpPr>
        <p:pic>
          <p:nvPicPr>
            <p:cNvPr descr="{&quot;font&quot;:{&quot;family&quot;:&quot;Arial&quot;,&quot;color&quot;:&quot;#000000&quot;,&quot;size&quot;:12},&quot;id&quot;:&quot;7&quot;,&quot;backgroundColorModified&quot;:false,&quot;type&quot;:&quot;$$&quot;,&quot;aid&quot;:null,&quot;code&quot;:&quot;$$\\frac{df}{df}\\cdot\\left(2\\cdot x\\right)$$&quot;,&quot;backgroundColor&quot;:&quot;#FFFFFF&quot;,&quot;ts&quot;:1752608556747,&quot;cs&quot;:&quot;4doQrxOYYEa21MPDApCzKg==&quot;,&quot;size&quot;:{&quot;width&quot;:86.33333333333333,&quot;height&quot;:42.666666666666664}}" id="667" name="Google Shape;667;p2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331150" y="1035248"/>
              <a:ext cx="822325" cy="40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27"/>
            <p:cNvSpPr txBox="1"/>
            <p:nvPr/>
          </p:nvSpPr>
          <p:spPr>
            <a:xfrm>
              <a:off x="3517200" y="844575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9900"/>
                  </a:solidFill>
                </a:rPr>
                <a:t>1</a:t>
              </a:r>
              <a:endParaRPr sz="1300">
                <a:solidFill>
                  <a:srgbClr val="FF9900"/>
                </a:solidFill>
              </a:endParaRPr>
            </a:p>
          </p:txBody>
        </p:sp>
        <p:pic>
          <p:nvPicPr>
            <p:cNvPr descr="{&quot;code&quot;:&quot;$$\\frac{df}{df}\\cdot\\left(3\\right)$$&quot;,&quot;id&quot;:&quot;7&quot;,&quot;backgroundColor&quot;:&quot;#FFFFFF&quot;,&quot;type&quot;:&quot;$$&quot;,&quot;aid&quot;:null,&quot;backgroundColorModified&quot;:false,&quot;font&quot;:{&quot;family&quot;:&quot;Arial&quot;,&quot;size&quot;:12,&quot;color&quot;:&quot;#000000&quot;},&quot;ts&quot;:1725498913880,&quot;cs&quot;:&quot;JWG7OZ+7hwh6Zz6P2Lt5Pw==&quot;,&quot;size&quot;:{&quot;width&quot;:62,&quot;height&quot;:42.666666666666664}}" id="669" name="Google Shape;669;p2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71200" y="1907529"/>
              <a:ext cx="590550" cy="40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27"/>
            <p:cNvSpPr txBox="1"/>
            <p:nvPr/>
          </p:nvSpPr>
          <p:spPr>
            <a:xfrm>
              <a:off x="3674538" y="1744600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9900"/>
                  </a:solidFill>
                </a:rPr>
                <a:t>1</a:t>
              </a:r>
              <a:endParaRPr sz="1300">
                <a:solidFill>
                  <a:srgbClr val="FF9900"/>
                </a:solidFill>
              </a:endParaRPr>
            </a:p>
          </p:txBody>
        </p:sp>
      </p:grpSp>
      <p:grpSp>
        <p:nvGrpSpPr>
          <p:cNvPr id="671" name="Google Shape;671;p27"/>
          <p:cNvGrpSpPr/>
          <p:nvPr/>
        </p:nvGrpSpPr>
        <p:grpSpPr>
          <a:xfrm>
            <a:off x="328100" y="1084275"/>
            <a:ext cx="1868938" cy="1585825"/>
            <a:chOff x="328100" y="1084275"/>
            <a:chExt cx="1868938" cy="1585825"/>
          </a:xfrm>
        </p:grpSpPr>
        <p:pic>
          <p:nvPicPr>
            <p:cNvPr descr="{&quot;type&quot;:&quot;$$&quot;,&quot;aid&quot;:null,&quot;id&quot;:&quot;7&quot;,&quot;font&quot;:{&quot;size&quot;:12,&quot;family&quot;:&quot;Arial&quot;,&quot;color&quot;:&quot;#000000&quot;},&quot;code&quot;:&quot;$$\\left(\\left(3\\right)+\\left(2\\cdot x\\right)\\right)\\cdot\\left(2\\cdot a\\right)$$&quot;,&quot;backgroundColorModified&quot;:false,&quot;backgroundColor&quot;:&quot;#FFFFFF&quot;,&quot;ts&quot;:1752608582910,&quot;cs&quot;:&quot;5T6DkCcg/ukyQNNZixwNYQ==&quot;,&quot;size&quot;:{&quot;width&quot;:167.33333333333334,&quot;height&quot;:18.833333333333332}}" id="672" name="Google Shape;672;p2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28100" y="1084275"/>
              <a:ext cx="1593850" cy="1793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3" name="Google Shape;673;p27"/>
            <p:cNvSpPr txBox="1"/>
            <p:nvPr/>
          </p:nvSpPr>
          <p:spPr>
            <a:xfrm>
              <a:off x="1693338" y="1211200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9900"/>
                  </a:solidFill>
                </a:rPr>
                <a:t>0</a:t>
              </a:r>
              <a:endParaRPr sz="1300">
                <a:solidFill>
                  <a:srgbClr val="FF9900"/>
                </a:solidFill>
              </a:endParaRPr>
            </a:p>
          </p:txBody>
        </p:sp>
        <p:sp>
          <p:nvSpPr>
            <p:cNvPr id="674" name="Google Shape;674;p27"/>
            <p:cNvSpPr txBox="1"/>
            <p:nvPr/>
          </p:nvSpPr>
          <p:spPr>
            <a:xfrm>
              <a:off x="1921938" y="2430400"/>
              <a:ext cx="275100" cy="2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300">
                  <a:solidFill>
                    <a:srgbClr val="FF9900"/>
                  </a:solidFill>
                </a:rPr>
                <a:t>0</a:t>
              </a:r>
              <a:endParaRPr sz="1300">
                <a:solidFill>
                  <a:srgbClr val="FF9900"/>
                </a:solidFill>
              </a:endParaRPr>
            </a:p>
          </p:txBody>
        </p:sp>
      </p:grpSp>
      <p:sp>
        <p:nvSpPr>
          <p:cNvPr id="675" name="Google Shape;675;p27"/>
          <p:cNvSpPr txBox="1"/>
          <p:nvPr/>
        </p:nvSpPr>
        <p:spPr>
          <a:xfrm>
            <a:off x="1857375" y="3660325"/>
            <a:ext cx="59190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What’s the generation number?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8"/>
          <p:cNvSpPr/>
          <p:nvPr/>
        </p:nvSpPr>
        <p:spPr>
          <a:xfrm>
            <a:off x="2378563" y="1511213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</a:t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884500" y="2308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</a:t>
            </a:r>
            <a:endParaRPr/>
          </a:p>
        </p:txBody>
      </p:sp>
      <p:sp>
        <p:nvSpPr>
          <p:cNvPr id="682" name="Google Shape;682;p28"/>
          <p:cNvSpPr/>
          <p:nvPr/>
        </p:nvSpPr>
        <p:spPr>
          <a:xfrm>
            <a:off x="884500" y="3070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</a:t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1887925" y="2701925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</a:t>
            </a:r>
            <a:endParaRPr/>
          </a:p>
        </p:txBody>
      </p:sp>
      <p:cxnSp>
        <p:nvCxnSpPr>
          <p:cNvPr id="684" name="Google Shape;684;p28"/>
          <p:cNvCxnSpPr>
            <a:stCxn id="681" idx="6"/>
            <a:endCxn id="683" idx="1"/>
          </p:cNvCxnSpPr>
          <p:nvPr/>
        </p:nvCxnSpPr>
        <p:spPr>
          <a:xfrm>
            <a:off x="1278400" y="2504975"/>
            <a:ext cx="609600" cy="3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28"/>
          <p:cNvCxnSpPr>
            <a:stCxn id="682" idx="5"/>
            <a:endCxn id="683" idx="1"/>
          </p:cNvCxnSpPr>
          <p:nvPr/>
        </p:nvCxnSpPr>
        <p:spPr>
          <a:xfrm flipH="1" rot="10800000">
            <a:off x="1220715" y="2898940"/>
            <a:ext cx="667200" cy="50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6" name="Google Shape;686;p28"/>
          <p:cNvCxnSpPr>
            <a:stCxn id="683" idx="3"/>
            <a:endCxn id="687" idx="2"/>
          </p:cNvCxnSpPr>
          <p:nvPr/>
        </p:nvCxnSpPr>
        <p:spPr>
          <a:xfrm flipH="1" rot="10800000">
            <a:off x="2281825" y="2674175"/>
            <a:ext cx="516600" cy="2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7" name="Google Shape;687;p28"/>
          <p:cNvSpPr/>
          <p:nvPr/>
        </p:nvSpPr>
        <p:spPr>
          <a:xfrm>
            <a:off x="2798475" y="247707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</a:t>
            </a:r>
            <a:endParaRPr/>
          </a:p>
        </p:txBody>
      </p:sp>
      <p:cxnSp>
        <p:nvCxnSpPr>
          <p:cNvPr id="688" name="Google Shape;688;p28"/>
          <p:cNvCxnSpPr>
            <a:stCxn id="680" idx="6"/>
            <a:endCxn id="689" idx="1"/>
          </p:cNvCxnSpPr>
          <p:nvPr/>
        </p:nvCxnSpPr>
        <p:spPr>
          <a:xfrm>
            <a:off x="2772463" y="1708163"/>
            <a:ext cx="888300" cy="50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9" name="Google Shape;689;p28"/>
          <p:cNvSpPr/>
          <p:nvPr/>
        </p:nvSpPr>
        <p:spPr>
          <a:xfrm>
            <a:off x="3660675" y="2011625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cxnSp>
        <p:nvCxnSpPr>
          <p:cNvPr id="690" name="Google Shape;690;p28"/>
          <p:cNvCxnSpPr>
            <a:stCxn id="687" idx="6"/>
            <a:endCxn id="689" idx="1"/>
          </p:cNvCxnSpPr>
          <p:nvPr/>
        </p:nvCxnSpPr>
        <p:spPr>
          <a:xfrm flipH="1" rot="10800000">
            <a:off x="3192375" y="2208725"/>
            <a:ext cx="468300" cy="46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1" name="Google Shape;691;p28"/>
          <p:cNvSpPr/>
          <p:nvPr/>
        </p:nvSpPr>
        <p:spPr>
          <a:xfrm>
            <a:off x="4482025" y="20116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</a:t>
            </a:r>
            <a:endParaRPr/>
          </a:p>
        </p:txBody>
      </p:sp>
      <p:cxnSp>
        <p:nvCxnSpPr>
          <p:cNvPr id="692" name="Google Shape;692;p28"/>
          <p:cNvCxnSpPr>
            <a:stCxn id="689" idx="3"/>
            <a:endCxn id="691" idx="2"/>
          </p:cNvCxnSpPr>
          <p:nvPr/>
        </p:nvCxnSpPr>
        <p:spPr>
          <a:xfrm>
            <a:off x="4054575" y="2208575"/>
            <a:ext cx="42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3" name="Google Shape;693;p28"/>
          <p:cNvSpPr/>
          <p:nvPr/>
        </p:nvSpPr>
        <p:spPr>
          <a:xfrm>
            <a:off x="4482025" y="2898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</a:t>
            </a:r>
            <a:endParaRPr/>
          </a:p>
        </p:txBody>
      </p:sp>
      <p:sp>
        <p:nvSpPr>
          <p:cNvPr id="694" name="Google Shape;694;p28"/>
          <p:cNvSpPr/>
          <p:nvPr/>
        </p:nvSpPr>
        <p:spPr>
          <a:xfrm>
            <a:off x="5574650" y="237480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*</a:t>
            </a:r>
            <a:endParaRPr/>
          </a:p>
        </p:txBody>
      </p:sp>
      <p:cxnSp>
        <p:nvCxnSpPr>
          <p:cNvPr id="695" name="Google Shape;695;p28"/>
          <p:cNvCxnSpPr>
            <a:stCxn id="691" idx="6"/>
            <a:endCxn id="694" idx="1"/>
          </p:cNvCxnSpPr>
          <p:nvPr/>
        </p:nvCxnSpPr>
        <p:spPr>
          <a:xfrm>
            <a:off x="4875925" y="2208575"/>
            <a:ext cx="698700" cy="36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28"/>
          <p:cNvCxnSpPr>
            <a:stCxn id="693" idx="6"/>
            <a:endCxn id="694" idx="1"/>
          </p:cNvCxnSpPr>
          <p:nvPr/>
        </p:nvCxnSpPr>
        <p:spPr>
          <a:xfrm flipH="1" rot="10800000">
            <a:off x="4875925" y="2571800"/>
            <a:ext cx="698700" cy="52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7" name="Google Shape;697;p28"/>
          <p:cNvSpPr/>
          <p:nvPr/>
        </p:nvSpPr>
        <p:spPr>
          <a:xfrm>
            <a:off x="7890050" y="219327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</a:t>
            </a:r>
            <a:endParaRPr/>
          </a:p>
        </p:txBody>
      </p:sp>
      <p:cxnSp>
        <p:nvCxnSpPr>
          <p:cNvPr id="698" name="Google Shape;698;p28"/>
          <p:cNvCxnSpPr>
            <a:stCxn id="694" idx="3"/>
            <a:endCxn id="699" idx="2"/>
          </p:cNvCxnSpPr>
          <p:nvPr/>
        </p:nvCxnSpPr>
        <p:spPr>
          <a:xfrm flipH="1" rot="10800000">
            <a:off x="5968550" y="2504850"/>
            <a:ext cx="360600" cy="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" name="Google Shape;700;p28"/>
          <p:cNvSpPr/>
          <p:nvPr/>
        </p:nvSpPr>
        <p:spPr>
          <a:xfrm>
            <a:off x="3457800" y="11149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^2</a:t>
            </a:r>
            <a:endParaRPr/>
          </a:p>
        </p:txBody>
      </p:sp>
      <p:cxnSp>
        <p:nvCxnSpPr>
          <p:cNvPr id="701" name="Google Shape;701;p28"/>
          <p:cNvCxnSpPr>
            <a:stCxn id="680" idx="6"/>
            <a:endCxn id="700" idx="1"/>
          </p:cNvCxnSpPr>
          <p:nvPr/>
        </p:nvCxnSpPr>
        <p:spPr>
          <a:xfrm flipH="1" rot="10800000">
            <a:off x="2772463" y="1311863"/>
            <a:ext cx="685200" cy="39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28"/>
          <p:cNvSpPr/>
          <p:nvPr/>
        </p:nvSpPr>
        <p:spPr>
          <a:xfrm>
            <a:off x="5165900" y="1114950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</a:t>
            </a:r>
            <a:endParaRPr/>
          </a:p>
        </p:txBody>
      </p:sp>
      <p:sp>
        <p:nvSpPr>
          <p:cNvPr id="703" name="Google Shape;703;p28"/>
          <p:cNvSpPr/>
          <p:nvPr/>
        </p:nvSpPr>
        <p:spPr>
          <a:xfrm>
            <a:off x="6949725" y="176535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+</a:t>
            </a:r>
            <a:endParaRPr/>
          </a:p>
        </p:txBody>
      </p:sp>
      <p:cxnSp>
        <p:nvCxnSpPr>
          <p:cNvPr id="704" name="Google Shape;704;p28"/>
          <p:cNvCxnSpPr>
            <a:stCxn id="700" idx="3"/>
            <a:endCxn id="702" idx="2"/>
          </p:cNvCxnSpPr>
          <p:nvPr/>
        </p:nvCxnSpPr>
        <p:spPr>
          <a:xfrm>
            <a:off x="3851700" y="1311900"/>
            <a:ext cx="13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28"/>
          <p:cNvCxnSpPr>
            <a:stCxn id="702" idx="6"/>
            <a:endCxn id="703" idx="1"/>
          </p:cNvCxnSpPr>
          <p:nvPr/>
        </p:nvCxnSpPr>
        <p:spPr>
          <a:xfrm>
            <a:off x="5559800" y="1311900"/>
            <a:ext cx="1389900" cy="65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28"/>
          <p:cNvCxnSpPr>
            <a:stCxn id="703" idx="3"/>
            <a:endCxn id="697" idx="2"/>
          </p:cNvCxnSpPr>
          <p:nvPr/>
        </p:nvCxnSpPr>
        <p:spPr>
          <a:xfrm>
            <a:off x="7343625" y="1962300"/>
            <a:ext cx="546300" cy="42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9" name="Google Shape;699;p28"/>
          <p:cNvSpPr/>
          <p:nvPr/>
        </p:nvSpPr>
        <p:spPr>
          <a:xfrm>
            <a:off x="6329175" y="2308025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</a:t>
            </a:r>
            <a:endParaRPr/>
          </a:p>
        </p:txBody>
      </p:sp>
      <p:cxnSp>
        <p:nvCxnSpPr>
          <p:cNvPr id="707" name="Google Shape;707;p28"/>
          <p:cNvCxnSpPr>
            <a:stCxn id="699" idx="6"/>
            <a:endCxn id="703" idx="1"/>
          </p:cNvCxnSpPr>
          <p:nvPr/>
        </p:nvCxnSpPr>
        <p:spPr>
          <a:xfrm flipH="1" rot="10800000">
            <a:off x="6723075" y="1962275"/>
            <a:ext cx="2268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8" name="Google Shape;708;p28"/>
          <p:cNvSpPr/>
          <p:nvPr/>
        </p:nvSpPr>
        <p:spPr>
          <a:xfrm>
            <a:off x="884425" y="1513613"/>
            <a:ext cx="393900" cy="39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709" name="Google Shape;709;p28"/>
          <p:cNvSpPr/>
          <p:nvPr/>
        </p:nvSpPr>
        <p:spPr>
          <a:xfrm>
            <a:off x="1670463" y="1513600"/>
            <a:ext cx="393900" cy="39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^2</a:t>
            </a:r>
            <a:endParaRPr/>
          </a:p>
        </p:txBody>
      </p:sp>
      <p:cxnSp>
        <p:nvCxnSpPr>
          <p:cNvPr id="710" name="Google Shape;710;p28"/>
          <p:cNvCxnSpPr>
            <a:stCxn id="708" idx="6"/>
            <a:endCxn id="709" idx="1"/>
          </p:cNvCxnSpPr>
          <p:nvPr/>
        </p:nvCxnSpPr>
        <p:spPr>
          <a:xfrm>
            <a:off x="1278325" y="1710563"/>
            <a:ext cx="39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28"/>
          <p:cNvCxnSpPr>
            <a:stCxn id="709" idx="3"/>
            <a:endCxn id="680" idx="2"/>
          </p:cNvCxnSpPr>
          <p:nvPr/>
        </p:nvCxnSpPr>
        <p:spPr>
          <a:xfrm flipH="1" rot="10800000">
            <a:off x="2064363" y="1708150"/>
            <a:ext cx="314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2" name="Google Shape;712;p28"/>
          <p:cNvSpPr txBox="1"/>
          <p:nvPr/>
        </p:nvSpPr>
        <p:spPr>
          <a:xfrm>
            <a:off x="2425075" y="12283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552350" y="529375"/>
            <a:ext cx="1314300" cy="7824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max generation of all inputs</a:t>
            </a:r>
            <a:endParaRPr/>
          </a:p>
        </p:txBody>
      </p:sp>
      <p:sp>
        <p:nvSpPr>
          <p:cNvPr id="714" name="Google Shape;714;p28"/>
          <p:cNvSpPr txBox="1"/>
          <p:nvPr/>
        </p:nvSpPr>
        <p:spPr>
          <a:xfrm>
            <a:off x="1663075" y="12283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5" name="Google Shape;715;p28"/>
          <p:cNvSpPr/>
          <p:nvPr/>
        </p:nvSpPr>
        <p:spPr>
          <a:xfrm>
            <a:off x="1948225" y="493600"/>
            <a:ext cx="1314300" cy="782400"/>
          </a:xfrm>
          <a:prstGeom prst="wedgeRectCallout">
            <a:avLst>
              <a:gd fmla="val -8274" name="adj1"/>
              <a:gd fmla="val 66120" name="adj2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function’s generation plus 1</a:t>
            </a:r>
            <a:endParaRPr/>
          </a:p>
        </p:txBody>
      </p:sp>
      <p:sp>
        <p:nvSpPr>
          <p:cNvPr id="716" name="Google Shape;716;p28"/>
          <p:cNvSpPr txBox="1"/>
          <p:nvPr/>
        </p:nvSpPr>
        <p:spPr>
          <a:xfrm>
            <a:off x="3491875" y="8473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7" name="Google Shape;717;p28"/>
          <p:cNvSpPr txBox="1"/>
          <p:nvPr/>
        </p:nvSpPr>
        <p:spPr>
          <a:xfrm>
            <a:off x="5244475" y="8473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2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8" name="Google Shape;718;p28"/>
          <p:cNvSpPr txBox="1"/>
          <p:nvPr/>
        </p:nvSpPr>
        <p:spPr>
          <a:xfrm>
            <a:off x="6997075" y="14569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9" name="Google Shape;719;p28"/>
          <p:cNvSpPr txBox="1"/>
          <p:nvPr/>
        </p:nvSpPr>
        <p:spPr>
          <a:xfrm>
            <a:off x="7911475" y="19141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4</a:t>
            </a:r>
            <a:endParaRPr sz="1200">
              <a:solidFill>
                <a:schemeClr val="dk2"/>
              </a:solidFill>
            </a:endParaRPr>
          </a:p>
        </p:txBody>
      </p:sp>
      <p:grpSp>
        <p:nvGrpSpPr>
          <p:cNvPr id="720" name="Google Shape;720;p28"/>
          <p:cNvGrpSpPr/>
          <p:nvPr/>
        </p:nvGrpSpPr>
        <p:grpSpPr>
          <a:xfrm>
            <a:off x="901075" y="1228350"/>
            <a:ext cx="436800" cy="1691100"/>
            <a:chOff x="901075" y="1228350"/>
            <a:chExt cx="436800" cy="1691100"/>
          </a:xfrm>
        </p:grpSpPr>
        <p:sp>
          <p:nvSpPr>
            <p:cNvPr id="721" name="Google Shape;721;p28"/>
            <p:cNvSpPr txBox="1"/>
            <p:nvPr/>
          </p:nvSpPr>
          <p:spPr>
            <a:xfrm>
              <a:off x="901075" y="1228350"/>
              <a:ext cx="360600" cy="1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2"/>
                  </a:solidFill>
                </a:rPr>
                <a:t>0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722" name="Google Shape;722;p28"/>
            <p:cNvSpPr txBox="1"/>
            <p:nvPr/>
          </p:nvSpPr>
          <p:spPr>
            <a:xfrm>
              <a:off x="901075" y="1990350"/>
              <a:ext cx="360600" cy="1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2"/>
                  </a:solidFill>
                </a:rPr>
                <a:t>0</a:t>
              </a:r>
              <a:endParaRPr sz="1200">
                <a:solidFill>
                  <a:schemeClr val="dk2"/>
                </a:solidFill>
              </a:endParaRPr>
            </a:p>
          </p:txBody>
        </p:sp>
        <p:sp>
          <p:nvSpPr>
            <p:cNvPr id="723" name="Google Shape;723;p28"/>
            <p:cNvSpPr txBox="1"/>
            <p:nvPr/>
          </p:nvSpPr>
          <p:spPr>
            <a:xfrm>
              <a:off x="977275" y="2752350"/>
              <a:ext cx="360600" cy="1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2"/>
                  </a:solidFill>
                </a:rPr>
                <a:t>0</a:t>
              </a:r>
              <a:endParaRPr sz="1200">
                <a:solidFill>
                  <a:schemeClr val="dk2"/>
                </a:solidFill>
              </a:endParaRPr>
            </a:p>
          </p:txBody>
        </p:sp>
      </p:grpSp>
      <p:sp>
        <p:nvSpPr>
          <p:cNvPr id="724" name="Google Shape;724;p28"/>
          <p:cNvSpPr txBox="1"/>
          <p:nvPr/>
        </p:nvSpPr>
        <p:spPr>
          <a:xfrm>
            <a:off x="1967875" y="24475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25" name="Google Shape;725;p28"/>
          <p:cNvSpPr txBox="1"/>
          <p:nvPr/>
        </p:nvSpPr>
        <p:spPr>
          <a:xfrm>
            <a:off x="2882275" y="22189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26" name="Google Shape;726;p28"/>
          <p:cNvSpPr txBox="1"/>
          <p:nvPr/>
        </p:nvSpPr>
        <p:spPr>
          <a:xfrm>
            <a:off x="3720475" y="16855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27" name="Google Shape;727;p28"/>
          <p:cNvSpPr txBox="1"/>
          <p:nvPr/>
        </p:nvSpPr>
        <p:spPr>
          <a:xfrm>
            <a:off x="4558675" y="16855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2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28" name="Google Shape;728;p28"/>
          <p:cNvSpPr txBox="1"/>
          <p:nvPr/>
        </p:nvSpPr>
        <p:spPr>
          <a:xfrm>
            <a:off x="4558675" y="26761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0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29" name="Google Shape;729;p28"/>
          <p:cNvSpPr txBox="1"/>
          <p:nvPr/>
        </p:nvSpPr>
        <p:spPr>
          <a:xfrm>
            <a:off x="5625475" y="20665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2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30" name="Google Shape;730;p28"/>
          <p:cNvSpPr txBox="1"/>
          <p:nvPr/>
        </p:nvSpPr>
        <p:spPr>
          <a:xfrm>
            <a:off x="6387475" y="2066550"/>
            <a:ext cx="360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2"/>
                </a:solidFill>
              </a:rPr>
              <a:t>3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31" name="Google Shape;731;p28"/>
          <p:cNvSpPr/>
          <p:nvPr/>
        </p:nvSpPr>
        <p:spPr>
          <a:xfrm>
            <a:off x="6575750" y="674550"/>
            <a:ext cx="1314300" cy="782400"/>
          </a:xfrm>
          <a:prstGeom prst="wedgeRectCallout">
            <a:avLst>
              <a:gd fmla="val -8274" name="adj1"/>
              <a:gd fmla="val 66120" name="adj2"/>
            </a:avLst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???</a:t>
            </a:r>
            <a:endParaRPr/>
          </a:p>
        </p:txBody>
      </p:sp>
      <p:sp>
        <p:nvSpPr>
          <p:cNvPr id="732" name="Google Shape;732;p28"/>
          <p:cNvSpPr txBox="1"/>
          <p:nvPr/>
        </p:nvSpPr>
        <p:spPr>
          <a:xfrm>
            <a:off x="1938650" y="4070450"/>
            <a:ext cx="5865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f=(b*c+a**2)*3+(a**2)**2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The generation is decided in the forward pass.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3" name="Google Shape;733;p28"/>
          <p:cNvSpPr txBox="1"/>
          <p:nvPr/>
        </p:nvSpPr>
        <p:spPr>
          <a:xfrm>
            <a:off x="343375" y="3562525"/>
            <a:ext cx="83412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b.__mul__(c).__add__(a.__pow__(2)).__mul__(Variable(3)).__add__(a.__pow__(2).__pow(2))</a:t>
            </a:r>
            <a:endParaRPr sz="1500">
              <a:solidFill>
                <a:schemeClr val="dk2"/>
              </a:solidFill>
            </a:endParaRPr>
          </a:p>
        </p:txBody>
      </p:sp>
      <p:grpSp>
        <p:nvGrpSpPr>
          <p:cNvPr id="734" name="Google Shape;734;p28"/>
          <p:cNvGrpSpPr/>
          <p:nvPr/>
        </p:nvGrpSpPr>
        <p:grpSpPr>
          <a:xfrm>
            <a:off x="402350" y="2274609"/>
            <a:ext cx="2094350" cy="1689691"/>
            <a:chOff x="402350" y="2274609"/>
            <a:chExt cx="2094350" cy="1689691"/>
          </a:xfrm>
        </p:grpSpPr>
        <p:sp>
          <p:nvSpPr>
            <p:cNvPr id="735" name="Google Shape;735;p28"/>
            <p:cNvSpPr/>
            <p:nvPr/>
          </p:nvSpPr>
          <p:spPr>
            <a:xfrm>
              <a:off x="750700" y="2274609"/>
              <a:ext cx="1746000" cy="12276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402350" y="3614500"/>
              <a:ext cx="1268100" cy="3498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28"/>
          <p:cNvGrpSpPr/>
          <p:nvPr/>
        </p:nvGrpSpPr>
        <p:grpSpPr>
          <a:xfrm>
            <a:off x="844125" y="1287675"/>
            <a:ext cx="2746900" cy="2624650"/>
            <a:chOff x="844125" y="1287675"/>
            <a:chExt cx="2746900" cy="2624650"/>
          </a:xfrm>
        </p:grpSpPr>
        <p:sp>
          <p:nvSpPr>
            <p:cNvPr id="738" name="Google Shape;738;p28"/>
            <p:cNvSpPr/>
            <p:nvPr/>
          </p:nvSpPr>
          <p:spPr>
            <a:xfrm>
              <a:off x="844125" y="1287675"/>
              <a:ext cx="1389900" cy="7239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2367625" y="3562525"/>
              <a:ext cx="1223400" cy="3498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28"/>
          <p:cNvGrpSpPr/>
          <p:nvPr/>
        </p:nvGrpSpPr>
        <p:grpSpPr>
          <a:xfrm>
            <a:off x="1536475" y="1356550"/>
            <a:ext cx="2669890" cy="2604675"/>
            <a:chOff x="1536475" y="1356550"/>
            <a:chExt cx="2669890" cy="2604675"/>
          </a:xfrm>
        </p:grpSpPr>
        <p:sp>
          <p:nvSpPr>
            <p:cNvPr id="741" name="Google Shape;741;p28"/>
            <p:cNvSpPr/>
            <p:nvPr/>
          </p:nvSpPr>
          <p:spPr>
            <a:xfrm>
              <a:off x="1536475" y="3611425"/>
              <a:ext cx="842100" cy="3498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2340065" y="1356550"/>
              <a:ext cx="1866300" cy="16050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3" name="Google Shape;743;p28"/>
          <p:cNvGrpSpPr/>
          <p:nvPr/>
        </p:nvGrpSpPr>
        <p:grpSpPr>
          <a:xfrm>
            <a:off x="3638858" y="1905088"/>
            <a:ext cx="2562057" cy="2028763"/>
            <a:chOff x="3638858" y="1905088"/>
            <a:chExt cx="2562057" cy="2028763"/>
          </a:xfrm>
        </p:grpSpPr>
        <p:sp>
          <p:nvSpPr>
            <p:cNvPr id="744" name="Google Shape;744;p28"/>
            <p:cNvSpPr/>
            <p:nvPr/>
          </p:nvSpPr>
          <p:spPr>
            <a:xfrm>
              <a:off x="4334615" y="1905088"/>
              <a:ext cx="1866300" cy="16050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3638858" y="3468550"/>
              <a:ext cx="1866300" cy="4653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28"/>
          <p:cNvGrpSpPr/>
          <p:nvPr/>
        </p:nvGrpSpPr>
        <p:grpSpPr>
          <a:xfrm>
            <a:off x="5025028" y="847127"/>
            <a:ext cx="2357700" cy="3117123"/>
            <a:chOff x="5025028" y="847127"/>
            <a:chExt cx="2357700" cy="3117123"/>
          </a:xfrm>
        </p:grpSpPr>
        <p:sp>
          <p:nvSpPr>
            <p:cNvPr id="747" name="Google Shape;747;p28"/>
            <p:cNvSpPr/>
            <p:nvPr/>
          </p:nvSpPr>
          <p:spPr>
            <a:xfrm>
              <a:off x="5025028" y="847127"/>
              <a:ext cx="2357700" cy="18549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5446850" y="3463850"/>
              <a:ext cx="842100" cy="5004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9" name="Google Shape;749;p28"/>
          <p:cNvGrpSpPr/>
          <p:nvPr/>
        </p:nvGrpSpPr>
        <p:grpSpPr>
          <a:xfrm>
            <a:off x="1502725" y="1069122"/>
            <a:ext cx="7031725" cy="2967403"/>
            <a:chOff x="1502725" y="1069122"/>
            <a:chExt cx="7031725" cy="2967403"/>
          </a:xfrm>
        </p:grpSpPr>
        <p:sp>
          <p:nvSpPr>
            <p:cNvPr id="750" name="Google Shape;750;p28"/>
            <p:cNvSpPr/>
            <p:nvPr/>
          </p:nvSpPr>
          <p:spPr>
            <a:xfrm>
              <a:off x="6329150" y="3536125"/>
              <a:ext cx="2205300" cy="5004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502725" y="1069122"/>
              <a:ext cx="3473100" cy="8847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2" name="Google Shape;752;p28"/>
          <p:cNvSpPr txBox="1"/>
          <p:nvPr/>
        </p:nvSpPr>
        <p:spPr>
          <a:xfrm>
            <a:off x="945450" y="77600"/>
            <a:ext cx="75564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Algorithm to deicde the order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variable and function</a:t>
            </a:r>
            <a:endParaRPr/>
          </a:p>
        </p:txBody>
      </p:sp>
      <p:sp>
        <p:nvSpPr>
          <p:cNvPr id="758" name="Google Shape;758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to construct computational graph from python code?</a:t>
            </a:r>
            <a:endParaRPr/>
          </a:p>
        </p:txBody>
      </p:sp>
      <p:sp>
        <p:nvSpPr>
          <p:cNvPr id="764" name="Google Shape;764;p30"/>
          <p:cNvSpPr txBox="1"/>
          <p:nvPr/>
        </p:nvSpPr>
        <p:spPr>
          <a:xfrm>
            <a:off x="1031325" y="1280950"/>
            <a:ext cx="44931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 = torch.tensor([1.0, 2.0, 3.0])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b</a:t>
            </a:r>
            <a:r>
              <a:rPr lang="zh-TW" sz="1800">
                <a:solidFill>
                  <a:schemeClr val="dk2"/>
                </a:solidFill>
              </a:rPr>
              <a:t> = torch.tensor([0.1, 0.2, 0.3])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800">
                <a:solidFill>
                  <a:schemeClr val="dk2"/>
                </a:solidFill>
              </a:rPr>
              <a:t>c = a + b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65" name="Google Shape;765;p30"/>
          <p:cNvGrpSpPr/>
          <p:nvPr/>
        </p:nvGrpSpPr>
        <p:grpSpPr>
          <a:xfrm>
            <a:off x="1635675" y="1937850"/>
            <a:ext cx="3488250" cy="821125"/>
            <a:chOff x="1635675" y="1937850"/>
            <a:chExt cx="3488250" cy="821125"/>
          </a:xfrm>
        </p:grpSpPr>
        <p:sp>
          <p:nvSpPr>
            <p:cNvPr id="766" name="Google Shape;766;p30"/>
            <p:cNvSpPr/>
            <p:nvPr/>
          </p:nvSpPr>
          <p:spPr>
            <a:xfrm>
              <a:off x="1635675" y="1937850"/>
              <a:ext cx="243000" cy="2760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 txBox="1"/>
            <p:nvPr/>
          </p:nvSpPr>
          <p:spPr>
            <a:xfrm>
              <a:off x="2364825" y="2377975"/>
              <a:ext cx="27591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operator override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768" name="Google Shape;768;p30"/>
            <p:cNvCxnSpPr>
              <a:stCxn id="766" idx="2"/>
              <a:endCxn id="767" idx="1"/>
            </p:cNvCxnSpPr>
            <p:nvPr/>
          </p:nvCxnSpPr>
          <p:spPr>
            <a:xfrm flipH="1" rot="-5400000">
              <a:off x="1883775" y="2087250"/>
              <a:ext cx="354600" cy="6078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69" name="Google Shape;769;p30"/>
          <p:cNvSpPr txBox="1"/>
          <p:nvPr/>
        </p:nvSpPr>
        <p:spPr>
          <a:xfrm>
            <a:off x="2364975" y="2758975"/>
            <a:ext cx="67266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both a and b are python object. Why can we </a:t>
            </a:r>
            <a:r>
              <a:rPr lang="zh-TW" sz="1800">
                <a:solidFill>
                  <a:srgbClr val="FF0000"/>
                </a:solidFill>
              </a:rPr>
              <a:t>add</a:t>
            </a:r>
            <a:r>
              <a:rPr lang="zh-TW" sz="1800">
                <a:solidFill>
                  <a:schemeClr val="dk2"/>
                </a:solidFill>
              </a:rPr>
              <a:t> them together?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0" name="Google Shape;770;p30"/>
          <p:cNvSpPr txBox="1"/>
          <p:nvPr/>
        </p:nvSpPr>
        <p:spPr>
          <a:xfrm>
            <a:off x="1635675" y="3757300"/>
            <a:ext cx="578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https://colab.research.google.com/drive/13SnAjuIAD3EtANQd5O7Hw86PYBgcMO3h#scrollTo=zoxSgmfc7KyB</a:t>
            </a:r>
            <a:endParaRPr/>
          </a:p>
        </p:txBody>
      </p:sp>
      <p:sp>
        <p:nvSpPr>
          <p:cNvPr id="771" name="Google Shape;771;p30"/>
          <p:cNvSpPr txBox="1"/>
          <p:nvPr/>
        </p:nvSpPr>
        <p:spPr>
          <a:xfrm>
            <a:off x="1608000" y="4564875"/>
            <a:ext cx="722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4"/>
              </a:rPr>
              <a:t>https://koki0702.github.io/dezero-book/en/index.html</a:t>
            </a:r>
            <a:endParaRPr/>
          </a:p>
        </p:txBody>
      </p:sp>
      <p:sp>
        <p:nvSpPr>
          <p:cNvPr id="772" name="Google Shape;772;p30"/>
          <p:cNvSpPr txBox="1"/>
          <p:nvPr/>
        </p:nvSpPr>
        <p:spPr>
          <a:xfrm>
            <a:off x="3057475" y="3235250"/>
            <a:ext cx="4173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a.__add__(b)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73" name="Google Shape;773;p30"/>
          <p:cNvGrpSpPr/>
          <p:nvPr/>
        </p:nvGrpSpPr>
        <p:grpSpPr>
          <a:xfrm>
            <a:off x="5823425" y="1016800"/>
            <a:ext cx="1887525" cy="1628300"/>
            <a:chOff x="5823425" y="1016800"/>
            <a:chExt cx="1887525" cy="1628300"/>
          </a:xfrm>
        </p:grpSpPr>
        <p:sp>
          <p:nvSpPr>
            <p:cNvPr id="774" name="Google Shape;774;p30"/>
            <p:cNvSpPr txBox="1"/>
            <p:nvPr/>
          </p:nvSpPr>
          <p:spPr>
            <a:xfrm>
              <a:off x="6534475" y="1016800"/>
              <a:ext cx="1123500" cy="2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function</a:t>
              </a:r>
              <a:endParaRPr sz="1800">
                <a:solidFill>
                  <a:schemeClr val="dk2"/>
                </a:solidFill>
              </a:endParaRPr>
            </a:p>
          </p:txBody>
        </p:sp>
        <p:grpSp>
          <p:nvGrpSpPr>
            <p:cNvPr id="775" name="Google Shape;775;p30"/>
            <p:cNvGrpSpPr/>
            <p:nvPr/>
          </p:nvGrpSpPr>
          <p:grpSpPr>
            <a:xfrm>
              <a:off x="5823425" y="1258550"/>
              <a:ext cx="1887525" cy="1386550"/>
              <a:chOff x="5823425" y="1258550"/>
              <a:chExt cx="1887525" cy="1386550"/>
            </a:xfrm>
          </p:grpSpPr>
          <p:sp>
            <p:nvSpPr>
              <p:cNvPr id="776" name="Google Shape;776;p30"/>
              <p:cNvSpPr/>
              <p:nvPr/>
            </p:nvSpPr>
            <p:spPr>
              <a:xfrm>
                <a:off x="5823425" y="1258550"/>
                <a:ext cx="334200" cy="355500"/>
              </a:xfrm>
              <a:prstGeom prst="ellipse">
                <a:avLst/>
              </a:prstGeom>
              <a:solidFill>
                <a:srgbClr val="FFE599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a</a:t>
                </a:r>
                <a:endParaRPr/>
              </a:p>
            </p:txBody>
          </p:sp>
          <p:sp>
            <p:nvSpPr>
              <p:cNvPr id="777" name="Google Shape;777;p30"/>
              <p:cNvSpPr/>
              <p:nvPr/>
            </p:nvSpPr>
            <p:spPr>
              <a:xfrm>
                <a:off x="5823425" y="1791950"/>
                <a:ext cx="334200" cy="355500"/>
              </a:xfrm>
              <a:prstGeom prst="ellipse">
                <a:avLst/>
              </a:prstGeom>
              <a:solidFill>
                <a:srgbClr val="FFE599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b</a:t>
                </a:r>
                <a:endParaRPr/>
              </a:p>
            </p:txBody>
          </p:sp>
          <p:sp>
            <p:nvSpPr>
              <p:cNvPr id="778" name="Google Shape;778;p30"/>
              <p:cNvSpPr/>
              <p:nvPr/>
            </p:nvSpPr>
            <p:spPr>
              <a:xfrm>
                <a:off x="6506025" y="1521625"/>
                <a:ext cx="376800" cy="355500"/>
              </a:xfrm>
              <a:prstGeom prst="rect">
                <a:avLst/>
              </a:prstGeom>
              <a:solidFill>
                <a:srgbClr val="FF9900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+</a:t>
                </a:r>
                <a:endParaRPr/>
              </a:p>
            </p:txBody>
          </p:sp>
          <p:cxnSp>
            <p:nvCxnSpPr>
              <p:cNvPr id="779" name="Google Shape;779;p30"/>
              <p:cNvCxnSpPr>
                <a:stCxn id="776" idx="6"/>
                <a:endCxn id="778" idx="1"/>
              </p:cNvCxnSpPr>
              <p:nvPr/>
            </p:nvCxnSpPr>
            <p:spPr>
              <a:xfrm>
                <a:off x="6157625" y="1436300"/>
                <a:ext cx="348300" cy="263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780" name="Google Shape;780;p30"/>
              <p:cNvCxnSpPr>
                <a:stCxn id="777" idx="6"/>
                <a:endCxn id="778" idx="1"/>
              </p:cNvCxnSpPr>
              <p:nvPr/>
            </p:nvCxnSpPr>
            <p:spPr>
              <a:xfrm flipH="1" rot="10800000">
                <a:off x="6157625" y="1699400"/>
                <a:ext cx="348300" cy="27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81" name="Google Shape;781;p30"/>
              <p:cNvSpPr/>
              <p:nvPr/>
            </p:nvSpPr>
            <p:spPr>
              <a:xfrm>
                <a:off x="7376600" y="1521625"/>
                <a:ext cx="334200" cy="355500"/>
              </a:xfrm>
              <a:prstGeom prst="ellipse">
                <a:avLst/>
              </a:prstGeom>
              <a:solidFill>
                <a:srgbClr val="FFE599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c</a:t>
                </a:r>
                <a:endParaRPr/>
              </a:p>
            </p:txBody>
          </p:sp>
          <p:cxnSp>
            <p:nvCxnSpPr>
              <p:cNvPr id="782" name="Google Shape;782;p30"/>
              <p:cNvCxnSpPr>
                <a:stCxn id="778" idx="3"/>
                <a:endCxn id="781" idx="2"/>
              </p:cNvCxnSpPr>
              <p:nvPr/>
            </p:nvCxnSpPr>
            <p:spPr>
              <a:xfrm>
                <a:off x="6882825" y="1699375"/>
                <a:ext cx="493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83" name="Google Shape;783;p30"/>
              <p:cNvSpPr txBox="1"/>
              <p:nvPr/>
            </p:nvSpPr>
            <p:spPr>
              <a:xfrm>
                <a:off x="6378050" y="2382000"/>
                <a:ext cx="1332900" cy="263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>
                    <a:solidFill>
                      <a:schemeClr val="dk2"/>
                    </a:solidFill>
                  </a:rPr>
                  <a:t>variable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  <p:cxnSp>
            <p:nvCxnSpPr>
              <p:cNvPr id="784" name="Google Shape;784;p30"/>
              <p:cNvCxnSpPr>
                <a:endCxn id="777" idx="5"/>
              </p:cNvCxnSpPr>
              <p:nvPr/>
            </p:nvCxnSpPr>
            <p:spPr>
              <a:xfrm rot="10800000">
                <a:off x="6108683" y="2095388"/>
                <a:ext cx="489900" cy="36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785" name="Google Shape;785;p30"/>
              <p:cNvCxnSpPr>
                <a:endCxn id="776" idx="5"/>
              </p:cNvCxnSpPr>
              <p:nvPr/>
            </p:nvCxnSpPr>
            <p:spPr>
              <a:xfrm rot="10800000">
                <a:off x="6108683" y="1561988"/>
                <a:ext cx="511200" cy="862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786" name="Google Shape;786;p30"/>
              <p:cNvCxnSpPr>
                <a:endCxn id="781" idx="3"/>
              </p:cNvCxnSpPr>
              <p:nvPr/>
            </p:nvCxnSpPr>
            <p:spPr>
              <a:xfrm flipH="1" rot="10800000">
                <a:off x="6662342" y="1825063"/>
                <a:ext cx="763200" cy="59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787" name="Google Shape;787;p30"/>
              <p:cNvCxnSpPr>
                <a:endCxn id="778" idx="0"/>
              </p:cNvCxnSpPr>
              <p:nvPr/>
            </p:nvCxnSpPr>
            <p:spPr>
              <a:xfrm flipH="1">
                <a:off x="6694425" y="1315525"/>
                <a:ext cx="231000" cy="206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variable and function</a:t>
            </a:r>
            <a:endParaRPr/>
          </a:p>
        </p:txBody>
      </p:sp>
      <p:pic>
        <p:nvPicPr>
          <p:cNvPr id="793" name="Google Shape;7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625" y="1181100"/>
            <a:ext cx="3514725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31"/>
          <p:cNvSpPr/>
          <p:nvPr/>
        </p:nvSpPr>
        <p:spPr>
          <a:xfrm>
            <a:off x="1443025" y="3464700"/>
            <a:ext cx="5727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</a:t>
            </a:r>
            <a:endParaRPr/>
          </a:p>
        </p:txBody>
      </p:sp>
      <p:sp>
        <p:nvSpPr>
          <p:cNvPr id="795" name="Google Shape;795;p31"/>
          <p:cNvSpPr/>
          <p:nvPr/>
        </p:nvSpPr>
        <p:spPr>
          <a:xfrm>
            <a:off x="3437150" y="3234900"/>
            <a:ext cx="1542600" cy="103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Function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1"/>
          <p:cNvSpPr/>
          <p:nvPr/>
        </p:nvSpPr>
        <p:spPr>
          <a:xfrm>
            <a:off x="6401175" y="3464700"/>
            <a:ext cx="572700" cy="572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y</a:t>
            </a:r>
            <a:endParaRPr/>
          </a:p>
        </p:txBody>
      </p:sp>
      <p:cxnSp>
        <p:nvCxnSpPr>
          <p:cNvPr id="797" name="Google Shape;797;p31"/>
          <p:cNvCxnSpPr>
            <a:stCxn id="794" idx="6"/>
            <a:endCxn id="795" idx="1"/>
          </p:cNvCxnSpPr>
          <p:nvPr/>
        </p:nvCxnSpPr>
        <p:spPr>
          <a:xfrm>
            <a:off x="2015725" y="3751050"/>
            <a:ext cx="142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8" name="Google Shape;798;p31"/>
          <p:cNvCxnSpPr>
            <a:endCxn id="796" idx="2"/>
          </p:cNvCxnSpPr>
          <p:nvPr/>
        </p:nvCxnSpPr>
        <p:spPr>
          <a:xfrm>
            <a:off x="4979775" y="3751050"/>
            <a:ext cx="142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9" name="Google Shape;799;p31"/>
          <p:cNvSpPr/>
          <p:nvPr/>
        </p:nvSpPr>
        <p:spPr>
          <a:xfrm>
            <a:off x="3103175" y="3587125"/>
            <a:ext cx="783300" cy="28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inputs</a:t>
            </a:r>
            <a:endParaRPr/>
          </a:p>
        </p:txBody>
      </p:sp>
      <p:sp>
        <p:nvSpPr>
          <p:cNvPr id="800" name="Google Shape;800;p31"/>
          <p:cNvSpPr/>
          <p:nvPr/>
        </p:nvSpPr>
        <p:spPr>
          <a:xfrm>
            <a:off x="4627175" y="3587125"/>
            <a:ext cx="783300" cy="28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outputs</a:t>
            </a:r>
            <a:endParaRPr/>
          </a:p>
        </p:txBody>
      </p:sp>
      <p:sp>
        <p:nvSpPr>
          <p:cNvPr id="801" name="Google Shape;801;p31"/>
          <p:cNvSpPr txBox="1"/>
          <p:nvPr/>
        </p:nvSpPr>
        <p:spPr>
          <a:xfrm>
            <a:off x="5374325" y="1522425"/>
            <a:ext cx="3303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 = Variable(1)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F= Function()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y = F(a)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python operator override functions</a:t>
            </a:r>
            <a:endParaRPr/>
          </a:p>
        </p:txBody>
      </p:sp>
      <p:sp>
        <p:nvSpPr>
          <p:cNvPr id="807" name="Google Shape;807;p32"/>
          <p:cNvSpPr txBox="1"/>
          <p:nvPr/>
        </p:nvSpPr>
        <p:spPr>
          <a:xfrm>
            <a:off x="1061350" y="1748525"/>
            <a:ext cx="6258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a+b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8" name="Google Shape;808;p32"/>
          <p:cNvSpPr txBox="1"/>
          <p:nvPr/>
        </p:nvSpPr>
        <p:spPr>
          <a:xfrm>
            <a:off x="2537725" y="1748525"/>
            <a:ext cx="1775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a.__add__(b)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09" name="Google Shape;809;p32"/>
          <p:cNvCxnSpPr/>
          <p:nvPr/>
        </p:nvCxnSpPr>
        <p:spPr>
          <a:xfrm>
            <a:off x="1802950" y="1986650"/>
            <a:ext cx="63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0" name="Google Shape;810;p32"/>
          <p:cNvSpPr txBox="1"/>
          <p:nvPr/>
        </p:nvSpPr>
        <p:spPr>
          <a:xfrm>
            <a:off x="1061350" y="2281925"/>
            <a:ext cx="6258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a*b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1" name="Google Shape;811;p32"/>
          <p:cNvSpPr txBox="1"/>
          <p:nvPr/>
        </p:nvSpPr>
        <p:spPr>
          <a:xfrm>
            <a:off x="2537725" y="2281925"/>
            <a:ext cx="17757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a.__mul__(b)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12" name="Google Shape;812;p32"/>
          <p:cNvCxnSpPr/>
          <p:nvPr/>
        </p:nvCxnSpPr>
        <p:spPr>
          <a:xfrm>
            <a:off x="1802950" y="2520050"/>
            <a:ext cx="63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expression</a:t>
            </a:r>
            <a:endParaRPr/>
          </a:p>
        </p:txBody>
      </p:sp>
      <p:sp>
        <p:nvSpPr>
          <p:cNvPr id="818" name="Google Shape;818;p33"/>
          <p:cNvSpPr txBox="1"/>
          <p:nvPr/>
        </p:nvSpPr>
        <p:spPr>
          <a:xfrm>
            <a:off x="1044550" y="1297750"/>
            <a:ext cx="34251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y = a+b*c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9" name="Google Shape;819;p33"/>
          <p:cNvSpPr txBox="1"/>
          <p:nvPr/>
        </p:nvSpPr>
        <p:spPr>
          <a:xfrm>
            <a:off x="1742900" y="1759275"/>
            <a:ext cx="1973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a=Variable(1)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b=Variable(2)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c=Variable(3)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20" name="Google Shape;820;p33"/>
          <p:cNvGrpSpPr/>
          <p:nvPr/>
        </p:nvGrpSpPr>
        <p:grpSpPr>
          <a:xfrm>
            <a:off x="1755050" y="1261300"/>
            <a:ext cx="4190250" cy="425075"/>
            <a:chOff x="1755050" y="1261300"/>
            <a:chExt cx="4190250" cy="425075"/>
          </a:xfrm>
        </p:grpSpPr>
        <p:sp>
          <p:nvSpPr>
            <p:cNvPr id="821" name="Google Shape;821;p33"/>
            <p:cNvSpPr/>
            <p:nvPr/>
          </p:nvSpPr>
          <p:spPr>
            <a:xfrm>
              <a:off x="1755050" y="1358475"/>
              <a:ext cx="394800" cy="3279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3"/>
            <p:cNvSpPr txBox="1"/>
            <p:nvPr/>
          </p:nvSpPr>
          <p:spPr>
            <a:xfrm>
              <a:off x="3248900" y="1261300"/>
              <a:ext cx="2696400" cy="3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b.__mul__(c) —&gt; tmp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823" name="Google Shape;823;p33"/>
            <p:cNvCxnSpPr>
              <a:stCxn id="821" idx="3"/>
              <a:endCxn id="822" idx="1"/>
            </p:cNvCxnSpPr>
            <p:nvPr/>
          </p:nvCxnSpPr>
          <p:spPr>
            <a:xfrm flipH="1" rot="10800000">
              <a:off x="2149850" y="1449525"/>
              <a:ext cx="1099200" cy="7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24" name="Google Shape;824;p33"/>
          <p:cNvGrpSpPr/>
          <p:nvPr/>
        </p:nvGrpSpPr>
        <p:grpSpPr>
          <a:xfrm>
            <a:off x="1481775" y="909100"/>
            <a:ext cx="3965300" cy="850050"/>
            <a:chOff x="1481775" y="909100"/>
            <a:chExt cx="3965300" cy="850050"/>
          </a:xfrm>
        </p:grpSpPr>
        <p:sp>
          <p:nvSpPr>
            <p:cNvPr id="825" name="Google Shape;825;p33"/>
            <p:cNvSpPr/>
            <p:nvPr/>
          </p:nvSpPr>
          <p:spPr>
            <a:xfrm>
              <a:off x="1481775" y="1273450"/>
              <a:ext cx="783300" cy="485700"/>
            </a:xfrm>
            <a:prstGeom prst="rect">
              <a:avLst/>
            </a:prstGeom>
            <a:noFill/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3"/>
            <p:cNvSpPr txBox="1"/>
            <p:nvPr/>
          </p:nvSpPr>
          <p:spPr>
            <a:xfrm>
              <a:off x="3279275" y="909100"/>
              <a:ext cx="2167800" cy="32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a.__add__(tmp)</a:t>
              </a:r>
              <a:endParaRPr sz="1800">
                <a:solidFill>
                  <a:schemeClr val="dk2"/>
                </a:solidFill>
              </a:endParaRPr>
            </a:p>
          </p:txBody>
        </p:sp>
        <p:cxnSp>
          <p:nvCxnSpPr>
            <p:cNvPr id="827" name="Google Shape;827;p33"/>
            <p:cNvCxnSpPr>
              <a:stCxn id="825" idx="0"/>
              <a:endCxn id="826" idx="1"/>
            </p:cNvCxnSpPr>
            <p:nvPr/>
          </p:nvCxnSpPr>
          <p:spPr>
            <a:xfrm rot="-5400000">
              <a:off x="2476125" y="470350"/>
              <a:ext cx="200400" cy="14058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28" name="Google Shape;828;p33"/>
          <p:cNvSpPr txBox="1"/>
          <p:nvPr/>
        </p:nvSpPr>
        <p:spPr>
          <a:xfrm>
            <a:off x="1068850" y="3022375"/>
            <a:ext cx="4184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y = a.__add__(b.__mul__(c))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3" name="Google Shape;833;p34"/>
          <p:cNvGrpSpPr/>
          <p:nvPr/>
        </p:nvGrpSpPr>
        <p:grpSpPr>
          <a:xfrm>
            <a:off x="748432" y="945525"/>
            <a:ext cx="3296272" cy="2252850"/>
            <a:chOff x="1002050" y="945525"/>
            <a:chExt cx="3042525" cy="2252850"/>
          </a:xfrm>
        </p:grpSpPr>
        <p:sp>
          <p:nvSpPr>
            <p:cNvPr id="834" name="Google Shape;834;p34"/>
            <p:cNvSpPr txBox="1"/>
            <p:nvPr/>
          </p:nvSpPr>
          <p:spPr>
            <a:xfrm>
              <a:off x="1002050" y="2087175"/>
              <a:ext cx="2520000" cy="11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def add(self,x1):</a:t>
              </a:r>
              <a:endParaRPr sz="18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    return Add()([self,x1])</a:t>
              </a:r>
              <a:endParaRPr sz="18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Variable.__add__=add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1348175" y="945525"/>
              <a:ext cx="2696400" cy="692400"/>
            </a:xfrm>
            <a:prstGeom prst="rect">
              <a:avLst/>
            </a:prstGeom>
            <a:noFill/>
            <a:ln cap="flat" cmpd="sng" w="952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6" name="Google Shape;83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Where is the graph of a+b*c?</a:t>
            </a:r>
            <a:endParaRPr/>
          </a:p>
        </p:txBody>
      </p:sp>
      <p:sp>
        <p:nvSpPr>
          <p:cNvPr id="837" name="Google Shape;837;p34"/>
          <p:cNvSpPr txBox="1"/>
          <p:nvPr/>
        </p:nvSpPr>
        <p:spPr>
          <a:xfrm>
            <a:off x="923100" y="1085200"/>
            <a:ext cx="4184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y = a.__add__(b.__mul__(c))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38" name="Google Shape;838;p34"/>
          <p:cNvGrpSpPr/>
          <p:nvPr/>
        </p:nvGrpSpPr>
        <p:grpSpPr>
          <a:xfrm>
            <a:off x="748425" y="1103425"/>
            <a:ext cx="3132125" cy="3466550"/>
            <a:chOff x="748425" y="1103425"/>
            <a:chExt cx="3132125" cy="3466550"/>
          </a:xfrm>
        </p:grpSpPr>
        <p:sp>
          <p:nvSpPr>
            <p:cNvPr id="839" name="Google Shape;839;p34"/>
            <p:cNvSpPr txBox="1"/>
            <p:nvPr/>
          </p:nvSpPr>
          <p:spPr>
            <a:xfrm>
              <a:off x="748425" y="3458775"/>
              <a:ext cx="2907300" cy="111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def mul(self,x1):</a:t>
              </a:r>
              <a:endParaRPr sz="18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    return Mul()([self,x1])</a:t>
              </a:r>
              <a:endParaRPr sz="18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Variable.__mul__=mul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2532350" y="1103425"/>
              <a:ext cx="1348200" cy="437100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34"/>
          <p:cNvGrpSpPr/>
          <p:nvPr/>
        </p:nvGrpSpPr>
        <p:grpSpPr>
          <a:xfrm>
            <a:off x="2628641" y="2931450"/>
            <a:ext cx="3693659" cy="1144500"/>
            <a:chOff x="2628641" y="2931450"/>
            <a:chExt cx="3693659" cy="1144500"/>
          </a:xfrm>
        </p:grpSpPr>
        <p:sp>
          <p:nvSpPr>
            <p:cNvPr id="842" name="Google Shape;842;p34"/>
            <p:cNvSpPr/>
            <p:nvPr/>
          </p:nvSpPr>
          <p:spPr>
            <a:xfrm>
              <a:off x="4044425" y="2931450"/>
              <a:ext cx="382500" cy="382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4044425" y="3693450"/>
              <a:ext cx="382500" cy="382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5447800" y="3198375"/>
              <a:ext cx="8745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Mul()</a:t>
              </a:r>
              <a:endParaRPr/>
            </a:p>
          </p:txBody>
        </p:sp>
        <p:cxnSp>
          <p:nvCxnSpPr>
            <p:cNvPr id="845" name="Google Shape;845;p34"/>
            <p:cNvCxnSpPr>
              <a:stCxn id="842" idx="6"/>
              <a:endCxn id="846" idx="1"/>
            </p:cNvCxnSpPr>
            <p:nvPr/>
          </p:nvCxnSpPr>
          <p:spPr>
            <a:xfrm>
              <a:off x="4426925" y="3122700"/>
              <a:ext cx="710400" cy="36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7" name="Google Shape;847;p34"/>
            <p:cNvCxnSpPr>
              <a:stCxn id="843" idx="6"/>
              <a:endCxn id="846" idx="1"/>
            </p:cNvCxnSpPr>
            <p:nvPr/>
          </p:nvCxnSpPr>
          <p:spPr>
            <a:xfrm flipH="1" rot="10800000">
              <a:off x="4426925" y="3484800"/>
              <a:ext cx="710400" cy="399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6" name="Google Shape;846;p34"/>
            <p:cNvSpPr/>
            <p:nvPr/>
          </p:nvSpPr>
          <p:spPr>
            <a:xfrm>
              <a:off x="5137200" y="3405825"/>
              <a:ext cx="485700" cy="15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00"/>
                <a:t>input</a:t>
              </a:r>
              <a:endParaRPr sz="600"/>
            </a:p>
          </p:txBody>
        </p:sp>
        <p:cxnSp>
          <p:nvCxnSpPr>
            <p:cNvPr id="848" name="Google Shape;848;p34"/>
            <p:cNvCxnSpPr/>
            <p:nvPr/>
          </p:nvCxnSpPr>
          <p:spPr>
            <a:xfrm flipH="1">
              <a:off x="2628641" y="3257934"/>
              <a:ext cx="1471800" cy="60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9" name="Google Shape;849;p34"/>
            <p:cNvCxnSpPr/>
            <p:nvPr/>
          </p:nvCxnSpPr>
          <p:spPr>
            <a:xfrm flipH="1">
              <a:off x="3097325" y="3884700"/>
              <a:ext cx="947100" cy="5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50" name="Google Shape;850;p34"/>
          <p:cNvGrpSpPr/>
          <p:nvPr/>
        </p:nvGrpSpPr>
        <p:grpSpPr>
          <a:xfrm>
            <a:off x="4044425" y="2093250"/>
            <a:ext cx="3914725" cy="1469550"/>
            <a:chOff x="4044425" y="2093250"/>
            <a:chExt cx="3914725" cy="1469550"/>
          </a:xfrm>
        </p:grpSpPr>
        <p:sp>
          <p:nvSpPr>
            <p:cNvPr id="851" name="Google Shape;851;p34"/>
            <p:cNvSpPr/>
            <p:nvPr/>
          </p:nvSpPr>
          <p:spPr>
            <a:xfrm>
              <a:off x="7084650" y="2190425"/>
              <a:ext cx="8745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Add()</a:t>
              </a:r>
              <a:endParaRPr/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4044425" y="2093250"/>
              <a:ext cx="382500" cy="382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cxnSp>
          <p:nvCxnSpPr>
            <p:cNvPr id="853" name="Google Shape;853;p34"/>
            <p:cNvCxnSpPr>
              <a:stCxn id="852" idx="6"/>
              <a:endCxn id="854" idx="1"/>
            </p:cNvCxnSpPr>
            <p:nvPr/>
          </p:nvCxnSpPr>
          <p:spPr>
            <a:xfrm>
              <a:off x="4426925" y="2284500"/>
              <a:ext cx="23388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55" name="Google Shape;855;p34"/>
            <p:cNvCxnSpPr>
              <a:stCxn id="856" idx="0"/>
              <a:endCxn id="854" idx="1"/>
            </p:cNvCxnSpPr>
            <p:nvPr/>
          </p:nvCxnSpPr>
          <p:spPr>
            <a:xfrm flipH="1" rot="10800000">
              <a:off x="6435725" y="2509200"/>
              <a:ext cx="330000" cy="89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56" name="Google Shape;856;p34"/>
            <p:cNvSpPr/>
            <p:nvPr/>
          </p:nvSpPr>
          <p:spPr>
            <a:xfrm>
              <a:off x="6136925" y="3405000"/>
              <a:ext cx="597600" cy="15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00"/>
                <a:t>output</a:t>
              </a:r>
              <a:endParaRPr sz="600"/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6765788" y="2430300"/>
              <a:ext cx="485700" cy="15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00"/>
                <a:t>input</a:t>
              </a:r>
              <a:endParaRPr sz="600"/>
            </a:p>
          </p:txBody>
        </p:sp>
      </p:grpSp>
      <p:grpSp>
        <p:nvGrpSpPr>
          <p:cNvPr id="857" name="Google Shape;857;p34"/>
          <p:cNvGrpSpPr/>
          <p:nvPr/>
        </p:nvGrpSpPr>
        <p:grpSpPr>
          <a:xfrm>
            <a:off x="7828575" y="2257775"/>
            <a:ext cx="1156125" cy="382500"/>
            <a:chOff x="7828575" y="2257775"/>
            <a:chExt cx="1156125" cy="382500"/>
          </a:xfrm>
        </p:grpSpPr>
        <p:sp>
          <p:nvSpPr>
            <p:cNvPr id="858" name="Google Shape;858;p34"/>
            <p:cNvSpPr/>
            <p:nvPr/>
          </p:nvSpPr>
          <p:spPr>
            <a:xfrm>
              <a:off x="8602200" y="2257775"/>
              <a:ext cx="382500" cy="382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y</a:t>
              </a:r>
              <a:endParaRPr/>
            </a:p>
          </p:txBody>
        </p:sp>
        <p:cxnSp>
          <p:nvCxnSpPr>
            <p:cNvPr id="859" name="Google Shape;859;p34"/>
            <p:cNvCxnSpPr>
              <a:stCxn id="860" idx="3"/>
              <a:endCxn id="858" idx="2"/>
            </p:cNvCxnSpPr>
            <p:nvPr/>
          </p:nvCxnSpPr>
          <p:spPr>
            <a:xfrm flipH="1" rot="10800000">
              <a:off x="8311875" y="2448875"/>
              <a:ext cx="290400" cy="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0" name="Google Shape;860;p34"/>
            <p:cNvSpPr/>
            <p:nvPr/>
          </p:nvSpPr>
          <p:spPr>
            <a:xfrm>
              <a:off x="7828575" y="2397875"/>
              <a:ext cx="483300" cy="1578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00"/>
                <a:t>output</a:t>
              </a:r>
              <a:endParaRPr sz="600"/>
            </a:p>
          </p:txBody>
        </p:sp>
      </p:grpSp>
      <p:graphicFrame>
        <p:nvGraphicFramePr>
          <p:cNvPr id="861" name="Google Shape;861;p34"/>
          <p:cNvGraphicFramePr/>
          <p:nvPr/>
        </p:nvGraphicFramePr>
        <p:xfrm>
          <a:off x="5107200" y="4059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{00B80F4B-AED3-4283-BD40-82147A772F15}</a:tableStyleId>
              </a:tblPr>
              <a:tblGrid>
                <a:gridCol w="3042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class Mul(Function):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    def forward(self,i1,i2):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           return i1*i2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2" name="Google Shape;862;p34"/>
          <p:cNvSpPr txBox="1"/>
          <p:nvPr/>
        </p:nvSpPr>
        <p:spPr>
          <a:xfrm>
            <a:off x="4954350" y="286250"/>
            <a:ext cx="3177300" cy="171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class Function: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def __call__(self, inputs):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    x =[v.data for v in inputs]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    v = self.forward(*x)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    output=Variable(v)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    output.set_creator(self)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    self.input = inputs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    self.output = output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2"/>
                </a:solidFill>
              </a:rPr>
              <a:t>        return output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can we construct a NN computation graph of model?</a:t>
            </a:r>
            <a:endParaRPr/>
          </a:p>
        </p:txBody>
      </p:sp>
      <p:sp>
        <p:nvSpPr>
          <p:cNvPr id="868" name="Google Shape;868;p35"/>
          <p:cNvSpPr txBox="1"/>
          <p:nvPr/>
        </p:nvSpPr>
        <p:spPr>
          <a:xfrm>
            <a:off x="483100" y="1221925"/>
            <a:ext cx="2344500" cy="78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def model():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return a+b*c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9" name="Google Shape;869;p35"/>
          <p:cNvSpPr txBox="1"/>
          <p:nvPr/>
        </p:nvSpPr>
        <p:spPr>
          <a:xfrm>
            <a:off x="3759700" y="1221925"/>
            <a:ext cx="2344500" cy="134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def model():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return a+f()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def f():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return b*c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0" name="Google Shape;870;p35"/>
          <p:cNvSpPr txBox="1"/>
          <p:nvPr/>
        </p:nvSpPr>
        <p:spPr>
          <a:xfrm>
            <a:off x="483100" y="3349325"/>
            <a:ext cx="2465100" cy="159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def model(arr):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f = arr[0]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for i in range(10):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    f = f + arr[i]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return 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1" name="Google Shape;871;p35"/>
          <p:cNvSpPr txBox="1"/>
          <p:nvPr/>
        </p:nvSpPr>
        <p:spPr>
          <a:xfrm>
            <a:off x="3759700" y="3043850"/>
            <a:ext cx="2556000" cy="174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def model(arr):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f = arr[0]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</a:t>
            </a:r>
            <a:r>
              <a:rPr lang="zh-TW" sz="1800">
                <a:solidFill>
                  <a:schemeClr val="dk2"/>
                </a:solidFill>
              </a:rPr>
              <a:t>for i in range(10):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    if arr[i] &gt;0: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        f = f + arr[i]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return 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2" name="Google Shape;872;p35"/>
          <p:cNvSpPr txBox="1"/>
          <p:nvPr/>
        </p:nvSpPr>
        <p:spPr>
          <a:xfrm>
            <a:off x="6455425" y="3043850"/>
            <a:ext cx="2556000" cy="174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def model(arr):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f = arr[0]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for i in range(10):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    if i % 2 == 0: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        f = f + arr[i]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    return f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Summary</a:t>
            </a:r>
            <a:endParaRPr/>
          </a:p>
        </p:txBody>
      </p:sp>
      <p:sp>
        <p:nvSpPr>
          <p:cNvPr id="878" name="Google Shape;87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 neural network itself will be defined by python expression.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can use python function as part of in the expression.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It must return pure either numerical values or Variables.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 final result will be a computational graph defined by Functions and Variables.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We will use this graph to do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inference by using forward pass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calculate gradients by using the backward pass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7"/>
          <p:cNvSpPr txBox="1"/>
          <p:nvPr/>
        </p:nvSpPr>
        <p:spPr>
          <a:xfrm>
            <a:off x="387900" y="2833125"/>
            <a:ext cx="871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https://colab.research.google.com/drive/1siLVMOQSxBDCBj5Xf663aXnCdGqlzW4t?usp=sharing#scrollTo=zjo71k2XDxkh</a:t>
            </a:r>
            <a:endParaRPr/>
          </a:p>
        </p:txBody>
      </p:sp>
      <p:sp>
        <p:nvSpPr>
          <p:cNvPr id="885" name="Google Shape;885;p37"/>
          <p:cNvSpPr txBox="1"/>
          <p:nvPr/>
        </p:nvSpPr>
        <p:spPr>
          <a:xfrm>
            <a:off x="387900" y="1510500"/>
            <a:ext cx="818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step1-10: </a:t>
            </a:r>
            <a:r>
              <a:rPr lang="zh-TW" sz="1800" u="sng">
                <a:solidFill>
                  <a:srgbClr val="009668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https://koki0702.github.io/dezero-book/en/index.html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6" name="Google Shape;886;p37"/>
          <p:cNvSpPr txBox="1"/>
          <p:nvPr/>
        </p:nvSpPr>
        <p:spPr>
          <a:xfrm>
            <a:off x="383550" y="2196175"/>
            <a:ext cx="837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step11-20 </a:t>
            </a:r>
            <a:r>
              <a:rPr lang="zh-TW" sz="1800" u="sng">
                <a:solidFill>
                  <a:srgbClr val="009668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Write deep learning program in pure python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1" name="Google Shape;891;p38"/>
          <p:cNvGrpSpPr/>
          <p:nvPr/>
        </p:nvGrpSpPr>
        <p:grpSpPr>
          <a:xfrm>
            <a:off x="687938" y="2250515"/>
            <a:ext cx="520225" cy="1061663"/>
            <a:chOff x="687938" y="843363"/>
            <a:chExt cx="520225" cy="1061663"/>
          </a:xfrm>
        </p:grpSpPr>
        <p:sp>
          <p:nvSpPr>
            <p:cNvPr id="892" name="Google Shape;892;p38"/>
            <p:cNvSpPr/>
            <p:nvPr/>
          </p:nvSpPr>
          <p:spPr>
            <a:xfrm>
              <a:off x="779600" y="1641325"/>
              <a:ext cx="336900" cy="263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X</a:t>
              </a:r>
              <a:endParaRPr/>
            </a:p>
          </p:txBody>
        </p:sp>
        <p:grpSp>
          <p:nvGrpSpPr>
            <p:cNvPr id="893" name="Google Shape;893;p38"/>
            <p:cNvGrpSpPr/>
            <p:nvPr/>
          </p:nvGrpSpPr>
          <p:grpSpPr>
            <a:xfrm>
              <a:off x="687938" y="843363"/>
              <a:ext cx="520225" cy="380238"/>
              <a:chOff x="992738" y="843363"/>
              <a:chExt cx="520225" cy="380238"/>
            </a:xfrm>
          </p:grpSpPr>
          <p:sp>
            <p:nvSpPr>
              <p:cNvPr id="894" name="Google Shape;894;p38"/>
              <p:cNvSpPr/>
              <p:nvPr/>
            </p:nvSpPr>
            <p:spPr>
              <a:xfrm>
                <a:off x="992738" y="8792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895" name="Google Shape;895;p38"/>
              <p:cNvSpPr txBox="1"/>
              <p:nvPr/>
            </p:nvSpPr>
            <p:spPr>
              <a:xfrm>
                <a:off x="1018409" y="8433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300">
                    <a:solidFill>
                      <a:schemeClr val="dk2"/>
                    </a:solidFill>
                  </a:rPr>
                  <a:t>0.5</a:t>
                </a:r>
                <a:endParaRPr sz="13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896" name="Google Shape;896;p38"/>
            <p:cNvCxnSpPr>
              <a:stCxn id="894" idx="2"/>
              <a:endCxn id="892" idx="0"/>
            </p:cNvCxnSpPr>
            <p:nvPr/>
          </p:nvCxnSpPr>
          <p:spPr>
            <a:xfrm>
              <a:off x="948050" y="1223600"/>
              <a:ext cx="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97" name="Google Shape;897;p38"/>
          <p:cNvGrpSpPr/>
          <p:nvPr/>
        </p:nvGrpSpPr>
        <p:grpSpPr>
          <a:xfrm>
            <a:off x="1116500" y="2250515"/>
            <a:ext cx="2149063" cy="1142363"/>
            <a:chOff x="1116500" y="843363"/>
            <a:chExt cx="2149063" cy="1142363"/>
          </a:xfrm>
        </p:grpSpPr>
        <p:sp>
          <p:nvSpPr>
            <p:cNvPr id="898" name="Google Shape;898;p38"/>
            <p:cNvSpPr/>
            <p:nvPr/>
          </p:nvSpPr>
          <p:spPr>
            <a:xfrm>
              <a:off x="1947500" y="1560625"/>
              <a:ext cx="468900" cy="425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cxnSp>
          <p:nvCxnSpPr>
            <p:cNvPr id="899" name="Google Shape;899;p38"/>
            <p:cNvCxnSpPr>
              <a:stCxn id="892" idx="3"/>
              <a:endCxn id="898" idx="2"/>
            </p:cNvCxnSpPr>
            <p:nvPr/>
          </p:nvCxnSpPr>
          <p:spPr>
            <a:xfrm>
              <a:off x="1116500" y="1773175"/>
              <a:ext cx="831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0" name="Google Shape;900;p38"/>
            <p:cNvSpPr/>
            <p:nvPr/>
          </p:nvSpPr>
          <p:spPr>
            <a:xfrm>
              <a:off x="2837000" y="1641325"/>
              <a:ext cx="336900" cy="263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a</a:t>
              </a:r>
              <a:endParaRPr/>
            </a:p>
          </p:txBody>
        </p:sp>
        <p:cxnSp>
          <p:nvCxnSpPr>
            <p:cNvPr id="901" name="Google Shape;901;p38"/>
            <p:cNvCxnSpPr>
              <a:stCxn id="898" idx="6"/>
              <a:endCxn id="900" idx="1"/>
            </p:cNvCxnSpPr>
            <p:nvPr/>
          </p:nvCxnSpPr>
          <p:spPr>
            <a:xfrm>
              <a:off x="2416400" y="1773175"/>
              <a:ext cx="42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02" name="Google Shape;902;p38"/>
            <p:cNvGrpSpPr/>
            <p:nvPr/>
          </p:nvGrpSpPr>
          <p:grpSpPr>
            <a:xfrm>
              <a:off x="2745338" y="843363"/>
              <a:ext cx="520225" cy="380238"/>
              <a:chOff x="2973938" y="843363"/>
              <a:chExt cx="520225" cy="380238"/>
            </a:xfrm>
          </p:grpSpPr>
          <p:sp>
            <p:nvSpPr>
              <p:cNvPr id="903" name="Google Shape;903;p38"/>
              <p:cNvSpPr/>
              <p:nvPr/>
            </p:nvSpPr>
            <p:spPr>
              <a:xfrm>
                <a:off x="2973938" y="8792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904" name="Google Shape;904;p38"/>
              <p:cNvSpPr txBox="1"/>
              <p:nvPr/>
            </p:nvSpPr>
            <p:spPr>
              <a:xfrm>
                <a:off x="2999609" y="8433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100">
                    <a:solidFill>
                      <a:schemeClr val="dk2"/>
                    </a:solidFill>
                  </a:rPr>
                  <a:t>0.25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905" name="Google Shape;905;p38"/>
            <p:cNvCxnSpPr>
              <a:stCxn id="903" idx="2"/>
            </p:cNvCxnSpPr>
            <p:nvPr/>
          </p:nvCxnSpPr>
          <p:spPr>
            <a:xfrm>
              <a:off x="3005450" y="1223600"/>
              <a:ext cx="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06" name="Google Shape;906;p38"/>
          <p:cNvGrpSpPr/>
          <p:nvPr/>
        </p:nvGrpSpPr>
        <p:grpSpPr>
          <a:xfrm>
            <a:off x="3173900" y="2250515"/>
            <a:ext cx="2072863" cy="1142363"/>
            <a:chOff x="3173900" y="843363"/>
            <a:chExt cx="2072863" cy="1142363"/>
          </a:xfrm>
        </p:grpSpPr>
        <p:sp>
          <p:nvSpPr>
            <p:cNvPr id="907" name="Google Shape;907;p38"/>
            <p:cNvSpPr/>
            <p:nvPr/>
          </p:nvSpPr>
          <p:spPr>
            <a:xfrm>
              <a:off x="3928700" y="1560625"/>
              <a:ext cx="468900" cy="425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cxnSp>
          <p:nvCxnSpPr>
            <p:cNvPr id="908" name="Google Shape;908;p38"/>
            <p:cNvCxnSpPr>
              <a:stCxn id="900" idx="3"/>
              <a:endCxn id="907" idx="2"/>
            </p:cNvCxnSpPr>
            <p:nvPr/>
          </p:nvCxnSpPr>
          <p:spPr>
            <a:xfrm>
              <a:off x="3173900" y="1773175"/>
              <a:ext cx="754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09" name="Google Shape;909;p38"/>
            <p:cNvSpPr/>
            <p:nvPr/>
          </p:nvSpPr>
          <p:spPr>
            <a:xfrm>
              <a:off x="4818200" y="1641325"/>
              <a:ext cx="336900" cy="263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b</a:t>
              </a:r>
              <a:endParaRPr/>
            </a:p>
          </p:txBody>
        </p:sp>
        <p:cxnSp>
          <p:nvCxnSpPr>
            <p:cNvPr id="910" name="Google Shape;910;p38"/>
            <p:cNvCxnSpPr>
              <a:stCxn id="907" idx="6"/>
              <a:endCxn id="909" idx="1"/>
            </p:cNvCxnSpPr>
            <p:nvPr/>
          </p:nvCxnSpPr>
          <p:spPr>
            <a:xfrm>
              <a:off x="4397600" y="1773175"/>
              <a:ext cx="42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11" name="Google Shape;911;p38"/>
            <p:cNvGrpSpPr/>
            <p:nvPr/>
          </p:nvGrpSpPr>
          <p:grpSpPr>
            <a:xfrm>
              <a:off x="4726538" y="843363"/>
              <a:ext cx="520225" cy="380238"/>
              <a:chOff x="4802738" y="843363"/>
              <a:chExt cx="520225" cy="380238"/>
            </a:xfrm>
          </p:grpSpPr>
          <p:sp>
            <p:nvSpPr>
              <p:cNvPr id="912" name="Google Shape;912;p38"/>
              <p:cNvSpPr/>
              <p:nvPr/>
            </p:nvSpPr>
            <p:spPr>
              <a:xfrm>
                <a:off x="4802738" y="8792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913" name="Google Shape;913;p38"/>
              <p:cNvSpPr txBox="1"/>
              <p:nvPr/>
            </p:nvSpPr>
            <p:spPr>
              <a:xfrm>
                <a:off x="4828409" y="8433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100">
                    <a:solidFill>
                      <a:schemeClr val="dk2"/>
                    </a:solidFill>
                  </a:rPr>
                  <a:t>1.28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914" name="Google Shape;914;p38"/>
            <p:cNvCxnSpPr>
              <a:stCxn id="912" idx="2"/>
            </p:cNvCxnSpPr>
            <p:nvPr/>
          </p:nvCxnSpPr>
          <p:spPr>
            <a:xfrm>
              <a:off x="4986650" y="1223600"/>
              <a:ext cx="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15" name="Google Shape;915;p38"/>
          <p:cNvGrpSpPr/>
          <p:nvPr/>
        </p:nvGrpSpPr>
        <p:grpSpPr>
          <a:xfrm>
            <a:off x="5155100" y="2250515"/>
            <a:ext cx="2149063" cy="1142363"/>
            <a:chOff x="5155100" y="843363"/>
            <a:chExt cx="2149063" cy="1142363"/>
          </a:xfrm>
        </p:grpSpPr>
        <p:sp>
          <p:nvSpPr>
            <p:cNvPr id="916" name="Google Shape;916;p38"/>
            <p:cNvSpPr/>
            <p:nvPr/>
          </p:nvSpPr>
          <p:spPr>
            <a:xfrm>
              <a:off x="5833700" y="1560625"/>
              <a:ext cx="468900" cy="425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C</a:t>
              </a:r>
              <a:endParaRPr/>
            </a:p>
          </p:txBody>
        </p:sp>
        <p:cxnSp>
          <p:nvCxnSpPr>
            <p:cNvPr id="917" name="Google Shape;917;p38"/>
            <p:cNvCxnSpPr>
              <a:stCxn id="909" idx="3"/>
              <a:endCxn id="916" idx="2"/>
            </p:cNvCxnSpPr>
            <p:nvPr/>
          </p:nvCxnSpPr>
          <p:spPr>
            <a:xfrm>
              <a:off x="5155100" y="1773175"/>
              <a:ext cx="678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8" name="Google Shape;918;p38"/>
            <p:cNvSpPr/>
            <p:nvPr/>
          </p:nvSpPr>
          <p:spPr>
            <a:xfrm>
              <a:off x="6875600" y="1641325"/>
              <a:ext cx="336900" cy="263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y</a:t>
              </a:r>
              <a:endParaRPr/>
            </a:p>
          </p:txBody>
        </p:sp>
        <p:cxnSp>
          <p:nvCxnSpPr>
            <p:cNvPr id="919" name="Google Shape;919;p38"/>
            <p:cNvCxnSpPr>
              <a:stCxn id="916" idx="6"/>
              <a:endCxn id="918" idx="1"/>
            </p:cNvCxnSpPr>
            <p:nvPr/>
          </p:nvCxnSpPr>
          <p:spPr>
            <a:xfrm>
              <a:off x="6302600" y="1773175"/>
              <a:ext cx="5730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20" name="Google Shape;920;p38"/>
            <p:cNvGrpSpPr/>
            <p:nvPr/>
          </p:nvGrpSpPr>
          <p:grpSpPr>
            <a:xfrm>
              <a:off x="6783938" y="843363"/>
              <a:ext cx="520225" cy="380238"/>
              <a:chOff x="6783938" y="843363"/>
              <a:chExt cx="520225" cy="380238"/>
            </a:xfrm>
          </p:grpSpPr>
          <p:sp>
            <p:nvSpPr>
              <p:cNvPr id="921" name="Google Shape;921;p38"/>
              <p:cNvSpPr/>
              <p:nvPr/>
            </p:nvSpPr>
            <p:spPr>
              <a:xfrm>
                <a:off x="6783938" y="8792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922" name="Google Shape;922;p38"/>
              <p:cNvSpPr txBox="1"/>
              <p:nvPr/>
            </p:nvSpPr>
            <p:spPr>
              <a:xfrm>
                <a:off x="6809609" y="8433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100">
                    <a:solidFill>
                      <a:schemeClr val="dk2"/>
                    </a:solidFill>
                  </a:rPr>
                  <a:t>1.64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923" name="Google Shape;923;p38"/>
            <p:cNvCxnSpPr>
              <a:stCxn id="921" idx="2"/>
            </p:cNvCxnSpPr>
            <p:nvPr/>
          </p:nvCxnSpPr>
          <p:spPr>
            <a:xfrm>
              <a:off x="7044050" y="1223600"/>
              <a:ext cx="0" cy="41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24" name="Google Shape;924;p38"/>
          <p:cNvGrpSpPr/>
          <p:nvPr/>
        </p:nvGrpSpPr>
        <p:grpSpPr>
          <a:xfrm>
            <a:off x="6783938" y="3312177"/>
            <a:ext cx="570772" cy="918775"/>
            <a:chOff x="6783938" y="1905025"/>
            <a:chExt cx="570772" cy="918775"/>
          </a:xfrm>
        </p:grpSpPr>
        <p:grpSp>
          <p:nvGrpSpPr>
            <p:cNvPr id="925" name="Google Shape;925;p38"/>
            <p:cNvGrpSpPr/>
            <p:nvPr/>
          </p:nvGrpSpPr>
          <p:grpSpPr>
            <a:xfrm>
              <a:off x="6783938" y="2443563"/>
              <a:ext cx="570772" cy="380238"/>
              <a:chOff x="6783938" y="2443563"/>
              <a:chExt cx="570772" cy="380238"/>
            </a:xfrm>
          </p:grpSpPr>
          <p:sp>
            <p:nvSpPr>
              <p:cNvPr id="926" name="Google Shape;926;p38"/>
              <p:cNvSpPr/>
              <p:nvPr/>
            </p:nvSpPr>
            <p:spPr>
              <a:xfrm>
                <a:off x="6783938" y="24794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927" name="Google Shape;927;p38"/>
              <p:cNvSpPr txBox="1"/>
              <p:nvPr/>
            </p:nvSpPr>
            <p:spPr>
              <a:xfrm>
                <a:off x="6885809" y="24435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100">
                    <a:solidFill>
                      <a:schemeClr val="dk2"/>
                    </a:solidFill>
                  </a:rPr>
                  <a:t>1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928" name="Google Shape;928;p38"/>
            <p:cNvCxnSpPr>
              <a:stCxn id="918" idx="2"/>
              <a:endCxn id="926" idx="0"/>
            </p:cNvCxnSpPr>
            <p:nvPr/>
          </p:nvCxnSpPr>
          <p:spPr>
            <a:xfrm>
              <a:off x="7044050" y="1905025"/>
              <a:ext cx="0" cy="57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29" name="Google Shape;929;p38"/>
          <p:cNvGrpSpPr/>
          <p:nvPr/>
        </p:nvGrpSpPr>
        <p:grpSpPr>
          <a:xfrm>
            <a:off x="4986650" y="2630752"/>
            <a:ext cx="1797288" cy="1640563"/>
            <a:chOff x="4986650" y="1223600"/>
            <a:chExt cx="1797288" cy="1640563"/>
          </a:xfrm>
        </p:grpSpPr>
        <p:sp>
          <p:nvSpPr>
            <p:cNvPr id="930" name="Google Shape;930;p38"/>
            <p:cNvSpPr/>
            <p:nvPr/>
          </p:nvSpPr>
          <p:spPr>
            <a:xfrm>
              <a:off x="5610200" y="2439063"/>
              <a:ext cx="915900" cy="42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2*1.28*1</a:t>
              </a:r>
              <a:endParaRPr/>
            </a:p>
          </p:txBody>
        </p:sp>
        <p:cxnSp>
          <p:nvCxnSpPr>
            <p:cNvPr id="931" name="Google Shape;931;p38"/>
            <p:cNvCxnSpPr>
              <a:stCxn id="926" idx="1"/>
              <a:endCxn id="930" idx="3"/>
            </p:cNvCxnSpPr>
            <p:nvPr/>
          </p:nvCxnSpPr>
          <p:spPr>
            <a:xfrm rot="10800000">
              <a:off x="6526238" y="2651613"/>
              <a:ext cx="25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2" name="Google Shape;932;p38"/>
            <p:cNvCxnSpPr>
              <a:stCxn id="912" idx="2"/>
              <a:endCxn id="930" idx="0"/>
            </p:cNvCxnSpPr>
            <p:nvPr/>
          </p:nvCxnSpPr>
          <p:spPr>
            <a:xfrm>
              <a:off x="4986650" y="1223600"/>
              <a:ext cx="1081500" cy="121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33" name="Google Shape;933;p38"/>
          <p:cNvGrpSpPr/>
          <p:nvPr/>
        </p:nvGrpSpPr>
        <p:grpSpPr>
          <a:xfrm>
            <a:off x="694663" y="3312177"/>
            <a:ext cx="876938" cy="918775"/>
            <a:chOff x="694663" y="1905025"/>
            <a:chExt cx="876938" cy="918775"/>
          </a:xfrm>
        </p:grpSpPr>
        <p:cxnSp>
          <p:nvCxnSpPr>
            <p:cNvPr id="934" name="Google Shape;934;p38"/>
            <p:cNvCxnSpPr>
              <a:stCxn id="935" idx="1"/>
            </p:cNvCxnSpPr>
            <p:nvPr/>
          </p:nvCxnSpPr>
          <p:spPr>
            <a:xfrm rot="10800000">
              <a:off x="1214900" y="2651613"/>
              <a:ext cx="35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36" name="Google Shape;936;p38"/>
            <p:cNvGrpSpPr/>
            <p:nvPr/>
          </p:nvGrpSpPr>
          <p:grpSpPr>
            <a:xfrm>
              <a:off x="694663" y="2443563"/>
              <a:ext cx="520225" cy="380238"/>
              <a:chOff x="4802738" y="2443563"/>
              <a:chExt cx="520225" cy="380238"/>
            </a:xfrm>
          </p:grpSpPr>
          <p:sp>
            <p:nvSpPr>
              <p:cNvPr id="937" name="Google Shape;937;p38"/>
              <p:cNvSpPr/>
              <p:nvPr/>
            </p:nvSpPr>
            <p:spPr>
              <a:xfrm>
                <a:off x="4802738" y="24794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938" name="Google Shape;938;p38"/>
              <p:cNvSpPr txBox="1"/>
              <p:nvPr/>
            </p:nvSpPr>
            <p:spPr>
              <a:xfrm>
                <a:off x="4828409" y="24435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100">
                    <a:solidFill>
                      <a:schemeClr val="dk2"/>
                    </a:solidFill>
                  </a:rPr>
                  <a:t>3.29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939" name="Google Shape;939;p38"/>
            <p:cNvCxnSpPr>
              <a:stCxn id="892" idx="2"/>
              <a:endCxn id="938" idx="0"/>
            </p:cNvCxnSpPr>
            <p:nvPr/>
          </p:nvCxnSpPr>
          <p:spPr>
            <a:xfrm>
              <a:off x="948050" y="1905025"/>
              <a:ext cx="6600" cy="53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40" name="Google Shape;940;p38"/>
          <p:cNvGrpSpPr/>
          <p:nvPr/>
        </p:nvGrpSpPr>
        <p:grpSpPr>
          <a:xfrm>
            <a:off x="2752063" y="3312177"/>
            <a:ext cx="800738" cy="918775"/>
            <a:chOff x="2752063" y="1905025"/>
            <a:chExt cx="800738" cy="918775"/>
          </a:xfrm>
        </p:grpSpPr>
        <p:cxnSp>
          <p:nvCxnSpPr>
            <p:cNvPr id="941" name="Google Shape;941;p38"/>
            <p:cNvCxnSpPr>
              <a:stCxn id="942" idx="1"/>
            </p:cNvCxnSpPr>
            <p:nvPr/>
          </p:nvCxnSpPr>
          <p:spPr>
            <a:xfrm rot="10800000">
              <a:off x="3196100" y="2651613"/>
              <a:ext cx="35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43" name="Google Shape;943;p38"/>
            <p:cNvGrpSpPr/>
            <p:nvPr/>
          </p:nvGrpSpPr>
          <p:grpSpPr>
            <a:xfrm>
              <a:off x="2752063" y="2443563"/>
              <a:ext cx="520225" cy="380238"/>
              <a:chOff x="4802738" y="2443563"/>
              <a:chExt cx="520225" cy="380238"/>
            </a:xfrm>
          </p:grpSpPr>
          <p:sp>
            <p:nvSpPr>
              <p:cNvPr id="944" name="Google Shape;944;p38"/>
              <p:cNvSpPr/>
              <p:nvPr/>
            </p:nvSpPr>
            <p:spPr>
              <a:xfrm>
                <a:off x="4802738" y="24794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945" name="Google Shape;945;p38"/>
              <p:cNvSpPr txBox="1"/>
              <p:nvPr/>
            </p:nvSpPr>
            <p:spPr>
              <a:xfrm>
                <a:off x="4828409" y="24435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100">
                    <a:solidFill>
                      <a:schemeClr val="dk2"/>
                    </a:solidFill>
                  </a:rPr>
                  <a:t>3.29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946" name="Google Shape;946;p38"/>
            <p:cNvCxnSpPr>
              <a:stCxn id="900" idx="2"/>
              <a:endCxn id="945" idx="0"/>
            </p:cNvCxnSpPr>
            <p:nvPr/>
          </p:nvCxnSpPr>
          <p:spPr>
            <a:xfrm>
              <a:off x="3005450" y="1905025"/>
              <a:ext cx="6600" cy="53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47" name="Google Shape;947;p38"/>
          <p:cNvGrpSpPr/>
          <p:nvPr/>
        </p:nvGrpSpPr>
        <p:grpSpPr>
          <a:xfrm>
            <a:off x="4733263" y="3312177"/>
            <a:ext cx="876938" cy="918775"/>
            <a:chOff x="4733263" y="1905025"/>
            <a:chExt cx="876938" cy="918775"/>
          </a:xfrm>
        </p:grpSpPr>
        <p:grpSp>
          <p:nvGrpSpPr>
            <p:cNvPr id="948" name="Google Shape;948;p38"/>
            <p:cNvGrpSpPr/>
            <p:nvPr/>
          </p:nvGrpSpPr>
          <p:grpSpPr>
            <a:xfrm>
              <a:off x="4733263" y="2443563"/>
              <a:ext cx="520225" cy="380238"/>
              <a:chOff x="4802738" y="2443563"/>
              <a:chExt cx="520225" cy="380238"/>
            </a:xfrm>
          </p:grpSpPr>
          <p:sp>
            <p:nvSpPr>
              <p:cNvPr id="949" name="Google Shape;949;p38"/>
              <p:cNvSpPr/>
              <p:nvPr/>
            </p:nvSpPr>
            <p:spPr>
              <a:xfrm>
                <a:off x="4802738" y="2479425"/>
                <a:ext cx="520225" cy="344375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400"/>
              </a:p>
            </p:txBody>
          </p:sp>
          <p:sp>
            <p:nvSpPr>
              <p:cNvPr id="950" name="Google Shape;950;p38"/>
              <p:cNvSpPr txBox="1"/>
              <p:nvPr/>
            </p:nvSpPr>
            <p:spPr>
              <a:xfrm>
                <a:off x="4828409" y="2443563"/>
                <a:ext cx="468900" cy="26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100">
                    <a:solidFill>
                      <a:schemeClr val="dk2"/>
                    </a:solidFill>
                  </a:rPr>
                  <a:t>2.56</a:t>
                </a:r>
                <a:endParaRPr sz="110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951" name="Google Shape;951;p38"/>
            <p:cNvCxnSpPr>
              <a:stCxn id="930" idx="1"/>
            </p:cNvCxnSpPr>
            <p:nvPr/>
          </p:nvCxnSpPr>
          <p:spPr>
            <a:xfrm rot="10800000">
              <a:off x="5253500" y="2651613"/>
              <a:ext cx="356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2" name="Google Shape;952;p38"/>
            <p:cNvCxnSpPr>
              <a:stCxn id="909" idx="2"/>
              <a:endCxn id="950" idx="0"/>
            </p:cNvCxnSpPr>
            <p:nvPr/>
          </p:nvCxnSpPr>
          <p:spPr>
            <a:xfrm>
              <a:off x="4986650" y="1905025"/>
              <a:ext cx="6600" cy="53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53" name="Google Shape;953;p38"/>
          <p:cNvGrpSpPr/>
          <p:nvPr/>
        </p:nvGrpSpPr>
        <p:grpSpPr>
          <a:xfrm>
            <a:off x="3005450" y="2630752"/>
            <a:ext cx="1720950" cy="1640563"/>
            <a:chOff x="3005450" y="1223600"/>
            <a:chExt cx="1720950" cy="1640563"/>
          </a:xfrm>
        </p:grpSpPr>
        <p:sp>
          <p:nvSpPr>
            <p:cNvPr id="942" name="Google Shape;942;p38"/>
            <p:cNvSpPr/>
            <p:nvPr/>
          </p:nvSpPr>
          <p:spPr>
            <a:xfrm>
              <a:off x="3552800" y="2439063"/>
              <a:ext cx="915900" cy="42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/>
                <a:t>exp(0.25)*2.56</a:t>
              </a:r>
              <a:endParaRPr sz="1200"/>
            </a:p>
          </p:txBody>
        </p:sp>
        <p:cxnSp>
          <p:nvCxnSpPr>
            <p:cNvPr id="954" name="Google Shape;954;p38"/>
            <p:cNvCxnSpPr>
              <a:endCxn id="942" idx="3"/>
            </p:cNvCxnSpPr>
            <p:nvPr/>
          </p:nvCxnSpPr>
          <p:spPr>
            <a:xfrm rot="10800000">
              <a:off x="4468700" y="2651613"/>
              <a:ext cx="25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5" name="Google Shape;955;p38"/>
            <p:cNvCxnSpPr>
              <a:stCxn id="903" idx="2"/>
              <a:endCxn id="942" idx="0"/>
            </p:cNvCxnSpPr>
            <p:nvPr/>
          </p:nvCxnSpPr>
          <p:spPr>
            <a:xfrm>
              <a:off x="3005450" y="1223600"/>
              <a:ext cx="1005300" cy="121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56" name="Google Shape;956;p38"/>
          <p:cNvGrpSpPr/>
          <p:nvPr/>
        </p:nvGrpSpPr>
        <p:grpSpPr>
          <a:xfrm>
            <a:off x="948050" y="2630752"/>
            <a:ext cx="1797150" cy="1640563"/>
            <a:chOff x="948050" y="1223600"/>
            <a:chExt cx="1797150" cy="1640563"/>
          </a:xfrm>
        </p:grpSpPr>
        <p:sp>
          <p:nvSpPr>
            <p:cNvPr id="935" name="Google Shape;935;p38"/>
            <p:cNvSpPr/>
            <p:nvPr/>
          </p:nvSpPr>
          <p:spPr>
            <a:xfrm>
              <a:off x="1571600" y="2439063"/>
              <a:ext cx="915900" cy="42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/>
                <a:t>2*0.5*3.29</a:t>
              </a:r>
              <a:endParaRPr sz="1200"/>
            </a:p>
          </p:txBody>
        </p:sp>
        <p:cxnSp>
          <p:nvCxnSpPr>
            <p:cNvPr id="957" name="Google Shape;957;p38"/>
            <p:cNvCxnSpPr>
              <a:endCxn id="935" idx="3"/>
            </p:cNvCxnSpPr>
            <p:nvPr/>
          </p:nvCxnSpPr>
          <p:spPr>
            <a:xfrm rot="10800000">
              <a:off x="2487500" y="2651613"/>
              <a:ext cx="257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58" name="Google Shape;958;p38"/>
            <p:cNvCxnSpPr>
              <a:stCxn id="894" idx="2"/>
              <a:endCxn id="935" idx="0"/>
            </p:cNvCxnSpPr>
            <p:nvPr/>
          </p:nvCxnSpPr>
          <p:spPr>
            <a:xfrm>
              <a:off x="948050" y="1223600"/>
              <a:ext cx="1081500" cy="121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sp>
        <p:nvSpPr>
          <p:cNvPr id="959" name="Google Shape;959;p38"/>
          <p:cNvSpPr txBox="1"/>
          <p:nvPr/>
        </p:nvSpPr>
        <p:spPr>
          <a:xfrm>
            <a:off x="1435550" y="4373502"/>
            <a:ext cx="5701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This will be in the mid term!!!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0" name="Google Shape;960;p38"/>
          <p:cNvSpPr txBox="1"/>
          <p:nvPr/>
        </p:nvSpPr>
        <p:spPr>
          <a:xfrm>
            <a:off x="931475" y="8050"/>
            <a:ext cx="61647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A = Square()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B = Exp()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/>
              <a:t>C = Square()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x=Variable(0.5)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a=A(x)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b=B(a)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y=C(b)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y.grad=1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y.backward()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